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59" r:id="rId5"/>
    <p:sldId id="260" r:id="rId6"/>
    <p:sldId id="262" r:id="rId7"/>
    <p:sldId id="287" r:id="rId8"/>
    <p:sldId id="281" r:id="rId9"/>
    <p:sldId id="288" r:id="rId10"/>
    <p:sldId id="271" r:id="rId11"/>
    <p:sldId id="269" r:id="rId12"/>
    <p:sldId id="284" r:id="rId13"/>
    <p:sldId id="267" r:id="rId14"/>
    <p:sldId id="274" r:id="rId15"/>
    <p:sldId id="275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D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5A6430-96E8-429E-9623-C71539A4B264}" type="doc">
      <dgm:prSet loTypeId="urn:microsoft.com/office/officeart/2005/8/layout/vList5" loCatId="list" qsTypeId="urn:microsoft.com/office/officeart/2005/8/quickstyle/3d3" qsCatId="3D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C4024DA5-9D82-4304-BB7F-C5805C8AB84F}">
      <dgm:prSet phldrT="[Text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DSSS / FHSS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2574C7-BA5F-49EF-B9E3-BDA5D928DBA1}" type="parTrans" cxnId="{86419548-42B4-4E68-9247-27F61CDFBBB2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5B87BE-8C16-4107-8B3E-85C2787ACDE9}" type="sibTrans" cxnId="{86419548-42B4-4E68-9247-27F61CDFBBB2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1C548C-1A02-4787-8F85-AB954C7D50A3}">
      <dgm:prSet phldrT="[Text]" custT="1"/>
      <dgm:spPr/>
      <dgm:t>
        <a:bodyPr/>
        <a:lstStyle/>
        <a:p>
          <a:pPr>
            <a:buNone/>
          </a:pPr>
          <a:r>
            <a:rPr lang="en-US" sz="8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Detectable via Cyclostationary analysis — spreading codes are periodic &amp; predictable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745F80-9E4A-42CB-A579-D55F69A544B9}" type="parTrans" cxnId="{1F5DFBF2-8C2E-4E14-B3EE-9BC7BC87E952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D99C8E-4D31-46CF-9EA1-45CE8B88FABE}" type="sibTrans" cxnId="{1F5DFBF2-8C2E-4E14-B3EE-9BC7BC87E952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A90B6C-4300-4108-9FD0-AFD931DF9D8A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UWB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6312C7-2D25-4DD3-B14C-5A1A69E3EEAB}" type="parTrans" cxnId="{253B6134-BB7B-4A53-B298-BF0FB06D9515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C5583C-CA87-4DEC-93E9-2D4C367FC2F3}" type="sibTrans" cxnId="{253B6134-BB7B-4A53-B298-BF0FB06D9515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39F040-7FFC-4B8D-989A-5299704626E1}">
      <dgm:prSet phldrT="[Text]" custT="1"/>
      <dgm:spPr/>
      <dgm:t>
        <a:bodyPr/>
        <a:lstStyle/>
        <a:p>
          <a:pPr>
            <a:buNone/>
          </a:pPr>
          <a:r>
            <a:rPr lang="en-US" sz="8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Ultra-wide bandwidth required; timing pulse structures still expose statistical fingerprints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74FC54-6A41-472A-BB7B-ABC389295818}" type="parTrans" cxnId="{AAFD8DCB-F624-44C8-A238-533C2ECA8715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8D1A9C-D6C4-4230-ABB3-862877A31549}" type="sibTrans" cxnId="{AAFD8DCB-F624-44C8-A238-533C2ECA8715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A2E72D-0387-423F-9830-492F996BD250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Autoencoder AE [Dorner'18]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0C83D9-3C4F-4B2B-A42E-C3557A51CF35}" type="parTrans" cxnId="{52238D45-AE1D-42B2-A964-5D0F1F720D1F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394BBD-87EB-4D23-BB40-59A9AC85705C}" type="sibTrans" cxnId="{52238D45-AE1D-42B2-A964-5D0F1F720D1F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6F6CD2-361A-44CA-86E9-8369B66DCA7C}">
      <dgm:prSet custT="1"/>
      <dgm:spPr/>
      <dgm:t>
        <a:bodyPr/>
        <a:lstStyle/>
        <a:p>
          <a:pPr>
            <a:buNone/>
          </a:pPr>
          <a:r>
            <a:rPr lang="en-US" sz="8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SDR-validated but does NOT target noise-indistinguishability — Optimizes BER only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D34354-4457-4D09-9BF3-35B36BED5BC7}" type="parTrans" cxnId="{3BA32AFF-B945-47B5-95F5-7B547E984450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21351D-D455-4248-A18C-D49DB2A3F222}" type="sibTrans" cxnId="{3BA32AFF-B945-47B5-95F5-7B547E984450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C1621E-183E-4631-A4DF-AC9E405F8CEA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AE+Interference Filter [Erpek]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8BAE86-D3E4-4A0C-AA74-0347F6DE290E}" type="parTrans" cxnId="{9AB27767-92B6-4362-8CAB-9B4B24B65627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984DAA-EA42-4742-A4FE-D2E5DDD8A5C0}" type="sibTrans" cxnId="{9AB27767-92B6-4362-8CAB-9B4B24B65627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6700B0-1E2E-4C78-BD22-52C0791CA060}">
      <dgm:prSet custT="1"/>
      <dgm:spPr/>
      <dgm:t>
        <a:bodyPr/>
        <a:lstStyle/>
        <a:p>
          <a:pPr>
            <a:buNone/>
          </a:pPr>
          <a:r>
            <a:rPr lang="en-US" sz="8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36 dB jamming resistance; simulation only; no stealth metric defined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CE195B-EBEF-45A4-BFC5-26CC548EE5AB}" type="parTrans" cxnId="{0E8F414D-919E-4C1E-B21D-5C5F76AC5388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FA59D-01A2-4FFC-88C9-41F9A4BE4431}" type="sibTrans" cxnId="{0E8F414D-919E-4C1E-B21D-5C5F76AC5388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17AD16-3E9A-4783-99A7-870E08E7AB36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GAN covert [Li'25]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ECBDC9-2264-4FDB-A9FD-1BA95898CB33}" type="parTrans" cxnId="{F07C74D0-69E1-447F-98EB-361105F11E16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B824D7-39E2-4665-8078-7771405CD186}" type="sibTrans" cxnId="{F07C74D0-69E1-447F-98EB-361105F11E16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447693-B194-466D-A023-6581AC9B88B4}">
      <dgm:prSet custT="1"/>
      <dgm:spPr/>
      <dgm:t>
        <a:bodyPr/>
        <a:lstStyle/>
        <a:p>
          <a:pPr>
            <a:buNone/>
          </a:pPr>
          <a:r>
            <a:rPr lang="en-US" sz="8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Theoretical power Optimization; NO OTA hardware validation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73CBC6-EC78-436C-9E48-AB306F69DD8E}" type="parTrans" cxnId="{640B3E38-43D2-41D7-BC7F-E85CE62EDF0D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CE5B8C-0432-4DB8-A788-F7601D1C0763}" type="sibTrans" cxnId="{640B3E38-43D2-41D7-BC7F-E85CE62EDF0D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BBAF17-EFC5-4852-B0FB-2E060650724D}">
      <dgm:prSet custT="1"/>
      <dgm:spPr/>
      <dgm:t>
        <a:bodyPr/>
        <a:lstStyle/>
        <a:p>
          <a:pPr>
            <a:buNone/>
          </a:pPr>
          <a:r>
            <a:rPr lang="en-US" sz="800" b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NRPCS [Wang'25]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B9BB21-53F6-43F6-A30E-1A718F9856E6}" type="parTrans" cxnId="{5647C393-2780-41AE-B01F-3A286A4DF3D4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6FF483-A8F0-4CBC-974C-46D9CF199C6B}" type="sibTrans" cxnId="{5647C393-2780-41AE-B01F-3A286A4DF3D4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CC15F-2602-4F41-9485-4B5FD46980B9}">
      <dgm:prSet custT="1"/>
      <dgm:spPr/>
      <dgm:t>
        <a:bodyPr/>
        <a:lstStyle/>
        <a:p>
          <a:pPr>
            <a:buNone/>
          </a:pPr>
          <a:r>
            <a:rPr lang="en-US" sz="8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Phase Randomization; simulation-only; no adversarial CNN training</a:t>
          </a:r>
          <a:endParaRPr lang="en-US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62F397-9D07-42EA-9A45-DA3E135876DC}" type="parTrans" cxnId="{80CB0F77-275D-43E6-9876-39473ED68583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74DF50-C0C2-4152-AE11-25E39CF51052}" type="sibTrans" cxnId="{80CB0F77-275D-43E6-9876-39473ED68583}">
      <dgm:prSet/>
      <dgm:spPr/>
      <dgm:t>
        <a:bodyPr/>
        <a:lstStyle/>
        <a:p>
          <a:endParaRPr lang="en-IN" sz="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57D528-D139-4236-9715-CF70842C9999}" type="pres">
      <dgm:prSet presAssocID="{ED5A6430-96E8-429E-9623-C71539A4B264}" presName="Name0" presStyleCnt="0">
        <dgm:presLayoutVars>
          <dgm:dir/>
          <dgm:animLvl val="lvl"/>
          <dgm:resizeHandles val="exact"/>
        </dgm:presLayoutVars>
      </dgm:prSet>
      <dgm:spPr/>
    </dgm:pt>
    <dgm:pt modelId="{27C751F0-79CE-448C-A9C3-DCC86225CE28}" type="pres">
      <dgm:prSet presAssocID="{C4024DA5-9D82-4304-BB7F-C5805C8AB84F}" presName="linNode" presStyleCnt="0"/>
      <dgm:spPr/>
    </dgm:pt>
    <dgm:pt modelId="{D7037C57-9FAF-43E4-965E-DD2D4675B513}" type="pres">
      <dgm:prSet presAssocID="{C4024DA5-9D82-4304-BB7F-C5805C8AB84F}" presName="parentText" presStyleLbl="node1" presStyleIdx="0" presStyleCnt="6" custScaleX="87329">
        <dgm:presLayoutVars>
          <dgm:chMax val="1"/>
          <dgm:bulletEnabled val="1"/>
        </dgm:presLayoutVars>
      </dgm:prSet>
      <dgm:spPr/>
    </dgm:pt>
    <dgm:pt modelId="{BD9664FF-E21D-4BB5-BECD-947D01F18A9B}" type="pres">
      <dgm:prSet presAssocID="{C4024DA5-9D82-4304-BB7F-C5805C8AB84F}" presName="descendantText" presStyleLbl="alignAccFollowNode1" presStyleIdx="0" presStyleCnt="6">
        <dgm:presLayoutVars>
          <dgm:bulletEnabled val="1"/>
        </dgm:presLayoutVars>
      </dgm:prSet>
      <dgm:spPr/>
    </dgm:pt>
    <dgm:pt modelId="{488F83F6-CC74-412D-8E9C-F69F79EBCA12}" type="pres">
      <dgm:prSet presAssocID="{C15B87BE-8C16-4107-8B3E-85C2787ACDE9}" presName="sp" presStyleCnt="0"/>
      <dgm:spPr/>
    </dgm:pt>
    <dgm:pt modelId="{F0D4313A-EE14-4791-B761-7FD16D87E857}" type="pres">
      <dgm:prSet presAssocID="{A4A90B6C-4300-4108-9FD0-AFD931DF9D8A}" presName="linNode" presStyleCnt="0"/>
      <dgm:spPr/>
    </dgm:pt>
    <dgm:pt modelId="{6C7B21BC-07D2-4B14-A6BD-19E14312F9DD}" type="pres">
      <dgm:prSet presAssocID="{A4A90B6C-4300-4108-9FD0-AFD931DF9D8A}" presName="parentText" presStyleLbl="node1" presStyleIdx="1" presStyleCnt="6" custScaleX="87329">
        <dgm:presLayoutVars>
          <dgm:chMax val="1"/>
          <dgm:bulletEnabled val="1"/>
        </dgm:presLayoutVars>
      </dgm:prSet>
      <dgm:spPr/>
    </dgm:pt>
    <dgm:pt modelId="{CA7D113B-E84F-4B58-A734-3733E9504DBD}" type="pres">
      <dgm:prSet presAssocID="{A4A90B6C-4300-4108-9FD0-AFD931DF9D8A}" presName="descendantText" presStyleLbl="alignAccFollowNode1" presStyleIdx="1" presStyleCnt="6">
        <dgm:presLayoutVars>
          <dgm:bulletEnabled val="1"/>
        </dgm:presLayoutVars>
      </dgm:prSet>
      <dgm:spPr/>
    </dgm:pt>
    <dgm:pt modelId="{CF25054F-0A91-40AB-8E7D-0C547B043D6E}" type="pres">
      <dgm:prSet presAssocID="{F8C5583C-CA87-4DEC-93E9-2D4C367FC2F3}" presName="sp" presStyleCnt="0"/>
      <dgm:spPr/>
    </dgm:pt>
    <dgm:pt modelId="{835A53FA-4EE5-4070-8377-C518CEB1DE62}" type="pres">
      <dgm:prSet presAssocID="{D6A2E72D-0387-423F-9830-492F996BD250}" presName="linNode" presStyleCnt="0"/>
      <dgm:spPr/>
    </dgm:pt>
    <dgm:pt modelId="{0474AECE-11F7-4B11-B2DE-5A27B88382FC}" type="pres">
      <dgm:prSet presAssocID="{D6A2E72D-0387-423F-9830-492F996BD250}" presName="parentText" presStyleLbl="node1" presStyleIdx="2" presStyleCnt="6" custScaleX="87329">
        <dgm:presLayoutVars>
          <dgm:chMax val="1"/>
          <dgm:bulletEnabled val="1"/>
        </dgm:presLayoutVars>
      </dgm:prSet>
      <dgm:spPr/>
    </dgm:pt>
    <dgm:pt modelId="{131C95E1-1AC2-47EC-A5D8-9635D22F2B0A}" type="pres">
      <dgm:prSet presAssocID="{D6A2E72D-0387-423F-9830-492F996BD250}" presName="descendantText" presStyleLbl="alignAccFollowNode1" presStyleIdx="2" presStyleCnt="6">
        <dgm:presLayoutVars>
          <dgm:bulletEnabled val="1"/>
        </dgm:presLayoutVars>
      </dgm:prSet>
      <dgm:spPr/>
    </dgm:pt>
    <dgm:pt modelId="{85FAC979-E98C-4F4F-9B19-1D989167DCDF}" type="pres">
      <dgm:prSet presAssocID="{BD394BBD-87EB-4D23-BB40-59A9AC85705C}" presName="sp" presStyleCnt="0"/>
      <dgm:spPr/>
    </dgm:pt>
    <dgm:pt modelId="{A63EFD27-B4E2-4C74-AAA3-CF85080705E7}" type="pres">
      <dgm:prSet presAssocID="{12C1621E-183E-4631-A4DF-AC9E405F8CEA}" presName="linNode" presStyleCnt="0"/>
      <dgm:spPr/>
    </dgm:pt>
    <dgm:pt modelId="{A3A69F20-329A-452B-9444-5E6537AF71C7}" type="pres">
      <dgm:prSet presAssocID="{12C1621E-183E-4631-A4DF-AC9E405F8CEA}" presName="parentText" presStyleLbl="node1" presStyleIdx="3" presStyleCnt="6" custScaleX="87329">
        <dgm:presLayoutVars>
          <dgm:chMax val="1"/>
          <dgm:bulletEnabled val="1"/>
        </dgm:presLayoutVars>
      </dgm:prSet>
      <dgm:spPr/>
    </dgm:pt>
    <dgm:pt modelId="{3172FB50-9104-4F2B-A098-A5767E1E1548}" type="pres">
      <dgm:prSet presAssocID="{12C1621E-183E-4631-A4DF-AC9E405F8CEA}" presName="descendantText" presStyleLbl="alignAccFollowNode1" presStyleIdx="3" presStyleCnt="6">
        <dgm:presLayoutVars>
          <dgm:bulletEnabled val="1"/>
        </dgm:presLayoutVars>
      </dgm:prSet>
      <dgm:spPr/>
    </dgm:pt>
    <dgm:pt modelId="{17AEC008-49A5-4100-82A6-801024E8756A}" type="pres">
      <dgm:prSet presAssocID="{99984DAA-EA42-4742-A4FE-D2E5DDD8A5C0}" presName="sp" presStyleCnt="0"/>
      <dgm:spPr/>
    </dgm:pt>
    <dgm:pt modelId="{7E6E6CC1-06E5-42F9-AAC7-A709A168E476}" type="pres">
      <dgm:prSet presAssocID="{6817AD16-3E9A-4783-99A7-870E08E7AB36}" presName="linNode" presStyleCnt="0"/>
      <dgm:spPr/>
    </dgm:pt>
    <dgm:pt modelId="{ED210FA5-3074-4576-8484-F010BE0A00EC}" type="pres">
      <dgm:prSet presAssocID="{6817AD16-3E9A-4783-99A7-870E08E7AB36}" presName="parentText" presStyleLbl="node1" presStyleIdx="4" presStyleCnt="6" custScaleX="87329">
        <dgm:presLayoutVars>
          <dgm:chMax val="1"/>
          <dgm:bulletEnabled val="1"/>
        </dgm:presLayoutVars>
      </dgm:prSet>
      <dgm:spPr/>
    </dgm:pt>
    <dgm:pt modelId="{576FD603-EE8F-41B6-B3CD-84C6EB17AAAB}" type="pres">
      <dgm:prSet presAssocID="{6817AD16-3E9A-4783-99A7-870E08E7AB36}" presName="descendantText" presStyleLbl="alignAccFollowNode1" presStyleIdx="4" presStyleCnt="6">
        <dgm:presLayoutVars>
          <dgm:bulletEnabled val="1"/>
        </dgm:presLayoutVars>
      </dgm:prSet>
      <dgm:spPr/>
    </dgm:pt>
    <dgm:pt modelId="{F5990A10-C90C-49DB-8C29-7256677113CC}" type="pres">
      <dgm:prSet presAssocID="{1FB824D7-39E2-4665-8078-7771405CD186}" presName="sp" presStyleCnt="0"/>
      <dgm:spPr/>
    </dgm:pt>
    <dgm:pt modelId="{6BA8808C-5249-43D4-9BB3-BE8527C72DDD}" type="pres">
      <dgm:prSet presAssocID="{C8BBAF17-EFC5-4852-B0FB-2E060650724D}" presName="linNode" presStyleCnt="0"/>
      <dgm:spPr/>
    </dgm:pt>
    <dgm:pt modelId="{74F2995D-71F7-49FF-BF01-B187110B94FD}" type="pres">
      <dgm:prSet presAssocID="{C8BBAF17-EFC5-4852-B0FB-2E060650724D}" presName="parentText" presStyleLbl="node1" presStyleIdx="5" presStyleCnt="6" custScaleX="87329">
        <dgm:presLayoutVars>
          <dgm:chMax val="1"/>
          <dgm:bulletEnabled val="1"/>
        </dgm:presLayoutVars>
      </dgm:prSet>
      <dgm:spPr/>
    </dgm:pt>
    <dgm:pt modelId="{2808D816-A306-48EC-8227-CE5AD7CC1114}" type="pres">
      <dgm:prSet presAssocID="{C8BBAF17-EFC5-4852-B0FB-2E060650724D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4072A416-8EB7-4234-9D5A-DDC6D93C1C80}" type="presOf" srcId="{976F6CD2-361A-44CA-86E9-8369B66DCA7C}" destId="{131C95E1-1AC2-47EC-A5D8-9635D22F2B0A}" srcOrd="0" destOrd="0" presId="urn:microsoft.com/office/officeart/2005/8/layout/vList5"/>
    <dgm:cxn modelId="{253B6134-BB7B-4A53-B298-BF0FB06D9515}" srcId="{ED5A6430-96E8-429E-9623-C71539A4B264}" destId="{A4A90B6C-4300-4108-9FD0-AFD931DF9D8A}" srcOrd="1" destOrd="0" parTransId="{C66312C7-2D25-4DD3-B14C-5A1A69E3EEAB}" sibTransId="{F8C5583C-CA87-4DEC-93E9-2D4C367FC2F3}"/>
    <dgm:cxn modelId="{640B3E38-43D2-41D7-BC7F-E85CE62EDF0D}" srcId="{6817AD16-3E9A-4783-99A7-870E08E7AB36}" destId="{83447693-B194-466D-A023-6581AC9B88B4}" srcOrd="0" destOrd="0" parTransId="{0C73CBC6-EC78-436C-9E48-AB306F69DD8E}" sibTransId="{CFCE5B8C-0432-4DB8-A788-F7601D1C0763}"/>
    <dgm:cxn modelId="{5931FC41-EA2B-4606-946E-8EFCAA83A0B1}" type="presOf" srcId="{2E6700B0-1E2E-4C78-BD22-52C0791CA060}" destId="{3172FB50-9104-4F2B-A098-A5767E1E1548}" srcOrd="0" destOrd="0" presId="urn:microsoft.com/office/officeart/2005/8/layout/vList5"/>
    <dgm:cxn modelId="{52238D45-AE1D-42B2-A964-5D0F1F720D1F}" srcId="{ED5A6430-96E8-429E-9623-C71539A4B264}" destId="{D6A2E72D-0387-423F-9830-492F996BD250}" srcOrd="2" destOrd="0" parTransId="{890C83D9-3C4F-4B2B-A42E-C3557A51CF35}" sibTransId="{BD394BBD-87EB-4D23-BB40-59A9AC85705C}"/>
    <dgm:cxn modelId="{9AB27767-92B6-4362-8CAB-9B4B24B65627}" srcId="{ED5A6430-96E8-429E-9623-C71539A4B264}" destId="{12C1621E-183E-4631-A4DF-AC9E405F8CEA}" srcOrd="3" destOrd="0" parTransId="{3B8BAE86-D3E4-4A0C-AA74-0347F6DE290E}" sibTransId="{99984DAA-EA42-4742-A4FE-D2E5DDD8A5C0}"/>
    <dgm:cxn modelId="{86419548-42B4-4E68-9247-27F61CDFBBB2}" srcId="{ED5A6430-96E8-429E-9623-C71539A4B264}" destId="{C4024DA5-9D82-4304-BB7F-C5805C8AB84F}" srcOrd="0" destOrd="0" parTransId="{6A2574C7-BA5F-49EF-B9E3-BDA5D928DBA1}" sibTransId="{C15B87BE-8C16-4107-8B3E-85C2787ACDE9}"/>
    <dgm:cxn modelId="{0E8F414D-919E-4C1E-B21D-5C5F76AC5388}" srcId="{12C1621E-183E-4631-A4DF-AC9E405F8CEA}" destId="{2E6700B0-1E2E-4C78-BD22-52C0791CA060}" srcOrd="0" destOrd="0" parTransId="{A8CE195B-EBEF-45A4-BFC5-26CC548EE5AB}" sibTransId="{EE6FA59D-01A2-4FFC-88C9-41F9A4BE4431}"/>
    <dgm:cxn modelId="{80CB0F77-275D-43E6-9876-39473ED68583}" srcId="{C8BBAF17-EFC5-4852-B0FB-2E060650724D}" destId="{813CC15F-2602-4F41-9485-4B5FD46980B9}" srcOrd="0" destOrd="0" parTransId="{8362F397-9D07-42EA-9A45-DA3E135876DC}" sibTransId="{8574DF50-C0C2-4152-AE11-25E39CF51052}"/>
    <dgm:cxn modelId="{EB10DF89-94D2-4F8D-B149-A65355F046B5}" type="presOf" srcId="{12C1621E-183E-4631-A4DF-AC9E405F8CEA}" destId="{A3A69F20-329A-452B-9444-5E6537AF71C7}" srcOrd="0" destOrd="0" presId="urn:microsoft.com/office/officeart/2005/8/layout/vList5"/>
    <dgm:cxn modelId="{114CF88B-E741-4B40-AB30-4950326A8C76}" type="presOf" srcId="{83447693-B194-466D-A023-6581AC9B88B4}" destId="{576FD603-EE8F-41B6-B3CD-84C6EB17AAAB}" srcOrd="0" destOrd="0" presId="urn:microsoft.com/office/officeart/2005/8/layout/vList5"/>
    <dgm:cxn modelId="{5647C393-2780-41AE-B01F-3A286A4DF3D4}" srcId="{ED5A6430-96E8-429E-9623-C71539A4B264}" destId="{C8BBAF17-EFC5-4852-B0FB-2E060650724D}" srcOrd="5" destOrd="0" parTransId="{FDB9BB21-53F6-43F6-A30E-1A718F9856E6}" sibTransId="{BC6FF483-A8F0-4CBC-974C-46D9CF199C6B}"/>
    <dgm:cxn modelId="{7F2BA09E-8FAE-45E1-9944-8725545B2D6A}" type="presOf" srcId="{C8BBAF17-EFC5-4852-B0FB-2E060650724D}" destId="{74F2995D-71F7-49FF-BF01-B187110B94FD}" srcOrd="0" destOrd="0" presId="urn:microsoft.com/office/officeart/2005/8/layout/vList5"/>
    <dgm:cxn modelId="{9CBBC0A0-37C9-49BC-A9C8-2DC3F2A25CCB}" type="presOf" srcId="{E239F040-7FFC-4B8D-989A-5299704626E1}" destId="{CA7D113B-E84F-4B58-A734-3733E9504DBD}" srcOrd="0" destOrd="0" presId="urn:microsoft.com/office/officeart/2005/8/layout/vList5"/>
    <dgm:cxn modelId="{80D4C9BD-FBB8-4A58-B84E-AA9DA4549A79}" type="presOf" srcId="{D6A2E72D-0387-423F-9830-492F996BD250}" destId="{0474AECE-11F7-4B11-B2DE-5A27B88382FC}" srcOrd="0" destOrd="0" presId="urn:microsoft.com/office/officeart/2005/8/layout/vList5"/>
    <dgm:cxn modelId="{E976BFC0-E222-437E-8609-0130395A2739}" type="presOf" srcId="{6817AD16-3E9A-4783-99A7-870E08E7AB36}" destId="{ED210FA5-3074-4576-8484-F010BE0A00EC}" srcOrd="0" destOrd="0" presId="urn:microsoft.com/office/officeart/2005/8/layout/vList5"/>
    <dgm:cxn modelId="{78EDCFC1-EAB5-40EC-B8AD-0AC7C3F525E9}" type="presOf" srcId="{C4024DA5-9D82-4304-BB7F-C5805C8AB84F}" destId="{D7037C57-9FAF-43E4-965E-DD2D4675B513}" srcOrd="0" destOrd="0" presId="urn:microsoft.com/office/officeart/2005/8/layout/vList5"/>
    <dgm:cxn modelId="{094381C8-C075-443B-A6BA-3DE11172F0D4}" type="presOf" srcId="{ED5A6430-96E8-429E-9623-C71539A4B264}" destId="{8957D528-D139-4236-9715-CF70842C9999}" srcOrd="0" destOrd="0" presId="urn:microsoft.com/office/officeart/2005/8/layout/vList5"/>
    <dgm:cxn modelId="{AAFD8DCB-F624-44C8-A238-533C2ECA8715}" srcId="{A4A90B6C-4300-4108-9FD0-AFD931DF9D8A}" destId="{E239F040-7FFC-4B8D-989A-5299704626E1}" srcOrd="0" destOrd="0" parTransId="{A974FC54-6A41-472A-BB7B-ABC389295818}" sibTransId="{0D8D1A9C-D6C4-4230-ABB3-862877A31549}"/>
    <dgm:cxn modelId="{DB5F50D0-EFEB-4518-9B0D-C08889A09F3A}" type="presOf" srcId="{A4A90B6C-4300-4108-9FD0-AFD931DF9D8A}" destId="{6C7B21BC-07D2-4B14-A6BD-19E14312F9DD}" srcOrd="0" destOrd="0" presId="urn:microsoft.com/office/officeart/2005/8/layout/vList5"/>
    <dgm:cxn modelId="{F07C74D0-69E1-447F-98EB-361105F11E16}" srcId="{ED5A6430-96E8-429E-9623-C71539A4B264}" destId="{6817AD16-3E9A-4783-99A7-870E08E7AB36}" srcOrd="4" destOrd="0" parTransId="{E6ECBDC9-2264-4FDB-A9FD-1BA95898CB33}" sibTransId="{1FB824D7-39E2-4665-8078-7771405CD186}"/>
    <dgm:cxn modelId="{A53034D9-E335-4D41-9CF6-1E6291C13670}" type="presOf" srcId="{813CC15F-2602-4F41-9485-4B5FD46980B9}" destId="{2808D816-A306-48EC-8227-CE5AD7CC1114}" srcOrd="0" destOrd="0" presId="urn:microsoft.com/office/officeart/2005/8/layout/vList5"/>
    <dgm:cxn modelId="{81A457E5-AF9B-49FF-9D33-A15F9C389434}" type="presOf" srcId="{F01C548C-1A02-4787-8F85-AB954C7D50A3}" destId="{BD9664FF-E21D-4BB5-BECD-947D01F18A9B}" srcOrd="0" destOrd="0" presId="urn:microsoft.com/office/officeart/2005/8/layout/vList5"/>
    <dgm:cxn modelId="{1F5DFBF2-8C2E-4E14-B3EE-9BC7BC87E952}" srcId="{C4024DA5-9D82-4304-BB7F-C5805C8AB84F}" destId="{F01C548C-1A02-4787-8F85-AB954C7D50A3}" srcOrd="0" destOrd="0" parTransId="{2C745F80-9E4A-42CB-A579-D55F69A544B9}" sibTransId="{6AD99C8E-4D31-46CF-9EA1-45CE8B88FABE}"/>
    <dgm:cxn modelId="{3BA32AFF-B945-47B5-95F5-7B547E984450}" srcId="{D6A2E72D-0387-423F-9830-492F996BD250}" destId="{976F6CD2-361A-44CA-86E9-8369B66DCA7C}" srcOrd="0" destOrd="0" parTransId="{85D34354-4457-4D09-9BF3-35B36BED5BC7}" sibTransId="{A021351D-D455-4248-A18C-D49DB2A3F222}"/>
    <dgm:cxn modelId="{7B53F9B7-8E30-4F2C-8E7E-CDFF91CF1E5F}" type="presParOf" srcId="{8957D528-D139-4236-9715-CF70842C9999}" destId="{27C751F0-79CE-448C-A9C3-DCC86225CE28}" srcOrd="0" destOrd="0" presId="urn:microsoft.com/office/officeart/2005/8/layout/vList5"/>
    <dgm:cxn modelId="{DD360B7D-C0E8-4013-8CD9-FB826E2CF006}" type="presParOf" srcId="{27C751F0-79CE-448C-A9C3-DCC86225CE28}" destId="{D7037C57-9FAF-43E4-965E-DD2D4675B513}" srcOrd="0" destOrd="0" presId="urn:microsoft.com/office/officeart/2005/8/layout/vList5"/>
    <dgm:cxn modelId="{B2317AB9-3FEB-4108-8BF3-E1C05501924A}" type="presParOf" srcId="{27C751F0-79CE-448C-A9C3-DCC86225CE28}" destId="{BD9664FF-E21D-4BB5-BECD-947D01F18A9B}" srcOrd="1" destOrd="0" presId="urn:microsoft.com/office/officeart/2005/8/layout/vList5"/>
    <dgm:cxn modelId="{EA323B84-C452-4F53-BF59-8CE1A6364A85}" type="presParOf" srcId="{8957D528-D139-4236-9715-CF70842C9999}" destId="{488F83F6-CC74-412D-8E9C-F69F79EBCA12}" srcOrd="1" destOrd="0" presId="urn:microsoft.com/office/officeart/2005/8/layout/vList5"/>
    <dgm:cxn modelId="{D45F6C95-BAAF-4E9E-92A3-3ED1FF558F48}" type="presParOf" srcId="{8957D528-D139-4236-9715-CF70842C9999}" destId="{F0D4313A-EE14-4791-B761-7FD16D87E857}" srcOrd="2" destOrd="0" presId="urn:microsoft.com/office/officeart/2005/8/layout/vList5"/>
    <dgm:cxn modelId="{3BD87C72-E90D-4B8D-B6EE-8BF57829783A}" type="presParOf" srcId="{F0D4313A-EE14-4791-B761-7FD16D87E857}" destId="{6C7B21BC-07D2-4B14-A6BD-19E14312F9DD}" srcOrd="0" destOrd="0" presId="urn:microsoft.com/office/officeart/2005/8/layout/vList5"/>
    <dgm:cxn modelId="{8D752FBC-9A06-4EE4-A21C-5835D9DE2410}" type="presParOf" srcId="{F0D4313A-EE14-4791-B761-7FD16D87E857}" destId="{CA7D113B-E84F-4B58-A734-3733E9504DBD}" srcOrd="1" destOrd="0" presId="urn:microsoft.com/office/officeart/2005/8/layout/vList5"/>
    <dgm:cxn modelId="{3DD6A845-6A63-4381-8E52-3A3F9CA10DB8}" type="presParOf" srcId="{8957D528-D139-4236-9715-CF70842C9999}" destId="{CF25054F-0A91-40AB-8E7D-0C547B043D6E}" srcOrd="3" destOrd="0" presId="urn:microsoft.com/office/officeart/2005/8/layout/vList5"/>
    <dgm:cxn modelId="{951CCB65-A7BE-4FCB-8788-85C657F4CF60}" type="presParOf" srcId="{8957D528-D139-4236-9715-CF70842C9999}" destId="{835A53FA-4EE5-4070-8377-C518CEB1DE62}" srcOrd="4" destOrd="0" presId="urn:microsoft.com/office/officeart/2005/8/layout/vList5"/>
    <dgm:cxn modelId="{177A00C0-1F70-494C-82DA-551701B150D3}" type="presParOf" srcId="{835A53FA-4EE5-4070-8377-C518CEB1DE62}" destId="{0474AECE-11F7-4B11-B2DE-5A27B88382FC}" srcOrd="0" destOrd="0" presId="urn:microsoft.com/office/officeart/2005/8/layout/vList5"/>
    <dgm:cxn modelId="{043D223A-2D65-43FA-9E64-4D393FB01F29}" type="presParOf" srcId="{835A53FA-4EE5-4070-8377-C518CEB1DE62}" destId="{131C95E1-1AC2-47EC-A5D8-9635D22F2B0A}" srcOrd="1" destOrd="0" presId="urn:microsoft.com/office/officeart/2005/8/layout/vList5"/>
    <dgm:cxn modelId="{4D78D169-B096-4CAD-A3BB-CCCF88489DE8}" type="presParOf" srcId="{8957D528-D139-4236-9715-CF70842C9999}" destId="{85FAC979-E98C-4F4F-9B19-1D989167DCDF}" srcOrd="5" destOrd="0" presId="urn:microsoft.com/office/officeart/2005/8/layout/vList5"/>
    <dgm:cxn modelId="{041A33B3-DCB5-49C1-A419-4C584C1081DF}" type="presParOf" srcId="{8957D528-D139-4236-9715-CF70842C9999}" destId="{A63EFD27-B4E2-4C74-AAA3-CF85080705E7}" srcOrd="6" destOrd="0" presId="urn:microsoft.com/office/officeart/2005/8/layout/vList5"/>
    <dgm:cxn modelId="{A3AAE71B-67AD-416B-8C36-FBFC759D2B96}" type="presParOf" srcId="{A63EFD27-B4E2-4C74-AAA3-CF85080705E7}" destId="{A3A69F20-329A-452B-9444-5E6537AF71C7}" srcOrd="0" destOrd="0" presId="urn:microsoft.com/office/officeart/2005/8/layout/vList5"/>
    <dgm:cxn modelId="{718D3BD5-6373-4B61-9A7A-07ED2C286143}" type="presParOf" srcId="{A63EFD27-B4E2-4C74-AAA3-CF85080705E7}" destId="{3172FB50-9104-4F2B-A098-A5767E1E1548}" srcOrd="1" destOrd="0" presId="urn:microsoft.com/office/officeart/2005/8/layout/vList5"/>
    <dgm:cxn modelId="{F1EB8E3E-D45D-42BD-8339-FDAB999EE174}" type="presParOf" srcId="{8957D528-D139-4236-9715-CF70842C9999}" destId="{17AEC008-49A5-4100-82A6-801024E8756A}" srcOrd="7" destOrd="0" presId="urn:microsoft.com/office/officeart/2005/8/layout/vList5"/>
    <dgm:cxn modelId="{60A89C97-CC51-4D38-A971-6DF7DD29038D}" type="presParOf" srcId="{8957D528-D139-4236-9715-CF70842C9999}" destId="{7E6E6CC1-06E5-42F9-AAC7-A709A168E476}" srcOrd="8" destOrd="0" presId="urn:microsoft.com/office/officeart/2005/8/layout/vList5"/>
    <dgm:cxn modelId="{7B257F40-0E66-487A-9C3A-2B0DE634840A}" type="presParOf" srcId="{7E6E6CC1-06E5-42F9-AAC7-A709A168E476}" destId="{ED210FA5-3074-4576-8484-F010BE0A00EC}" srcOrd="0" destOrd="0" presId="urn:microsoft.com/office/officeart/2005/8/layout/vList5"/>
    <dgm:cxn modelId="{0290CEFE-0482-4BF9-8E44-8E0A774F334A}" type="presParOf" srcId="{7E6E6CC1-06E5-42F9-AAC7-A709A168E476}" destId="{576FD603-EE8F-41B6-B3CD-84C6EB17AAAB}" srcOrd="1" destOrd="0" presId="urn:microsoft.com/office/officeart/2005/8/layout/vList5"/>
    <dgm:cxn modelId="{EB783B02-E25C-4AE8-9887-6CCC937926C6}" type="presParOf" srcId="{8957D528-D139-4236-9715-CF70842C9999}" destId="{F5990A10-C90C-49DB-8C29-7256677113CC}" srcOrd="9" destOrd="0" presId="urn:microsoft.com/office/officeart/2005/8/layout/vList5"/>
    <dgm:cxn modelId="{77F9E84F-934C-420B-9BF6-C99978568C98}" type="presParOf" srcId="{8957D528-D139-4236-9715-CF70842C9999}" destId="{6BA8808C-5249-43D4-9BB3-BE8527C72DDD}" srcOrd="10" destOrd="0" presId="urn:microsoft.com/office/officeart/2005/8/layout/vList5"/>
    <dgm:cxn modelId="{1E5C25BE-2F42-44EE-A077-B4C0C3919ECD}" type="presParOf" srcId="{6BA8808C-5249-43D4-9BB3-BE8527C72DDD}" destId="{74F2995D-71F7-49FF-BF01-B187110B94FD}" srcOrd="0" destOrd="0" presId="urn:microsoft.com/office/officeart/2005/8/layout/vList5"/>
    <dgm:cxn modelId="{9712DA14-CCA0-48FF-B0CC-ADCFBA602B79}" type="presParOf" srcId="{6BA8808C-5249-43D4-9BB3-BE8527C72DDD}" destId="{2808D816-A306-48EC-8227-CE5AD7CC111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BB5798-5AA5-46B3-8972-D0CDCCAACBEE}" type="doc">
      <dgm:prSet loTypeId="urn:microsoft.com/office/officeart/2005/8/layout/rings+Icon" loCatId="relationship" qsTypeId="urn:microsoft.com/office/officeart/2005/8/quickstyle/3d4" qsCatId="3D" csTypeId="urn:microsoft.com/office/officeart/2005/8/colors/colorful1" csCatId="colorful" phldr="1"/>
      <dgm:spPr/>
    </dgm:pt>
    <dgm:pt modelId="{CDCD8690-A39A-480E-96B3-0F303F072BC7}">
      <dgm:prSet phldrT="[Text]" custT="1"/>
      <dgm:spPr/>
      <dgm:t>
        <a:bodyPr/>
        <a:lstStyle/>
        <a:p>
          <a:pPr>
            <a:buNone/>
          </a:pPr>
          <a:r>
            <a:rPr lang="en-US" sz="7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Gan-based Noise-level Waveform Synthesis</a:t>
          </a:r>
          <a:endParaRPr lang="en-IN" sz="700" b="1" dirty="0"/>
        </a:p>
      </dgm:t>
    </dgm:pt>
    <dgm:pt modelId="{4EE38B0C-1C6A-4B77-828D-7FA03D4FE6E9}" type="parTrans" cxnId="{9B1301D6-E4C7-4233-AADA-C3D89DDCE39A}">
      <dgm:prSet/>
      <dgm:spPr/>
      <dgm:t>
        <a:bodyPr/>
        <a:lstStyle/>
        <a:p>
          <a:endParaRPr lang="en-IN" sz="700" b="1" dirty="0"/>
        </a:p>
      </dgm:t>
    </dgm:pt>
    <dgm:pt modelId="{7735EC1C-DD3E-4140-8EA2-CC735696CD05}" type="sibTrans" cxnId="{9B1301D6-E4C7-4233-AADA-C3D89DDCE39A}">
      <dgm:prSet/>
      <dgm:spPr/>
      <dgm:t>
        <a:bodyPr/>
        <a:lstStyle/>
        <a:p>
          <a:endParaRPr lang="en-IN" sz="700" b="1" dirty="0"/>
        </a:p>
      </dgm:t>
    </dgm:pt>
    <dgm:pt modelId="{081A6A67-DF97-4DF7-8856-336A8E4E7FFA}">
      <dgm:prSet custT="1"/>
      <dgm:spPr/>
      <dgm:t>
        <a:bodyPr/>
        <a:lstStyle/>
        <a:p>
          <a:r>
            <a:rPr lang="en-US" sz="7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Multi-domain EW Statistical Resistance</a:t>
          </a:r>
          <a:endParaRPr lang="en-US" sz="7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BABF69-6130-4FB5-BCE2-23627F7BB00A}" type="parTrans" cxnId="{AE80C27A-D7E7-4206-8257-CBAA8648DB92}">
      <dgm:prSet/>
      <dgm:spPr/>
      <dgm:t>
        <a:bodyPr/>
        <a:lstStyle/>
        <a:p>
          <a:endParaRPr lang="en-IN" sz="700" b="1" dirty="0"/>
        </a:p>
      </dgm:t>
    </dgm:pt>
    <dgm:pt modelId="{6D338506-61FD-4D8D-8E1B-DDBE2744D5D1}" type="sibTrans" cxnId="{AE80C27A-D7E7-4206-8257-CBAA8648DB92}">
      <dgm:prSet/>
      <dgm:spPr/>
      <dgm:t>
        <a:bodyPr/>
        <a:lstStyle/>
        <a:p>
          <a:endParaRPr lang="en-IN" sz="700" b="1" dirty="0"/>
        </a:p>
      </dgm:t>
    </dgm:pt>
    <dgm:pt modelId="{EF2F8E1F-1593-4E31-AB2E-63BC9E7D50E9}">
      <dgm:prSet custT="1"/>
      <dgm:spPr/>
      <dgm:t>
        <a:bodyPr/>
        <a:lstStyle/>
        <a:p>
          <a:r>
            <a:rPr lang="en-US" sz="7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 Hardware Over-the-air Validation</a:t>
          </a:r>
          <a:endParaRPr lang="en-US" sz="7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8DF9D1-7F53-4B6F-9C46-F0FE4E462FA1}" type="parTrans" cxnId="{4768DBFC-2693-423E-9D37-20E922A6ECCC}">
      <dgm:prSet/>
      <dgm:spPr/>
      <dgm:t>
        <a:bodyPr/>
        <a:lstStyle/>
        <a:p>
          <a:endParaRPr lang="en-IN" sz="700" b="1" dirty="0"/>
        </a:p>
      </dgm:t>
    </dgm:pt>
    <dgm:pt modelId="{B8E3CEFD-1DF0-4E23-B85E-669003FB7A66}" type="sibTrans" cxnId="{4768DBFC-2693-423E-9D37-20E922A6ECCC}">
      <dgm:prSet/>
      <dgm:spPr/>
      <dgm:t>
        <a:bodyPr/>
        <a:lstStyle/>
        <a:p>
          <a:endParaRPr lang="en-IN" sz="700" b="1" dirty="0"/>
        </a:p>
      </dgm:t>
    </dgm:pt>
    <dgm:pt modelId="{1F3FCA9F-3805-4E72-AC8E-E5747506D505}">
      <dgm:prSet custT="1"/>
      <dgm:spPr/>
      <dgm:t>
        <a:bodyPr/>
        <a:lstStyle/>
        <a:p>
          <a:r>
            <a:rPr lang="en-US" sz="7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Few-shot Adversarial Detection Analysis</a:t>
          </a:r>
          <a:endParaRPr lang="en-US" sz="7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503B08-C722-4A74-A7C8-D1597384F86A}" type="parTrans" cxnId="{FF187BAF-2600-4373-A014-9DC0DDFC6B48}">
      <dgm:prSet/>
      <dgm:spPr/>
      <dgm:t>
        <a:bodyPr/>
        <a:lstStyle/>
        <a:p>
          <a:endParaRPr lang="en-IN" sz="700" b="1" dirty="0"/>
        </a:p>
      </dgm:t>
    </dgm:pt>
    <dgm:pt modelId="{712EA2B3-53B0-451C-AD9E-25D81DD6DFE8}" type="sibTrans" cxnId="{FF187BAF-2600-4373-A014-9DC0DDFC6B48}">
      <dgm:prSet/>
      <dgm:spPr/>
      <dgm:t>
        <a:bodyPr/>
        <a:lstStyle/>
        <a:p>
          <a:endParaRPr lang="en-IN" sz="700" b="1" dirty="0"/>
        </a:p>
      </dgm:t>
    </dgm:pt>
    <dgm:pt modelId="{EC664FFE-8200-4182-B759-9B8708856271}" type="pres">
      <dgm:prSet presAssocID="{E1BB5798-5AA5-46B3-8972-D0CDCCAACBEE}" presName="Name0" presStyleCnt="0">
        <dgm:presLayoutVars>
          <dgm:chMax val="7"/>
          <dgm:dir/>
          <dgm:resizeHandles val="exact"/>
        </dgm:presLayoutVars>
      </dgm:prSet>
      <dgm:spPr/>
    </dgm:pt>
    <dgm:pt modelId="{3FECDFE1-819A-43CE-8054-BD05BDF69DC9}" type="pres">
      <dgm:prSet presAssocID="{E1BB5798-5AA5-46B3-8972-D0CDCCAACBEE}" presName="ellipse1" presStyleLbl="vennNode1" presStyleIdx="0" presStyleCnt="4">
        <dgm:presLayoutVars>
          <dgm:bulletEnabled val="1"/>
        </dgm:presLayoutVars>
      </dgm:prSet>
      <dgm:spPr/>
    </dgm:pt>
    <dgm:pt modelId="{E6DE246D-8AE4-49F4-8DD6-EFA2B82A7BB2}" type="pres">
      <dgm:prSet presAssocID="{E1BB5798-5AA5-46B3-8972-D0CDCCAACBEE}" presName="ellipse2" presStyleLbl="vennNode1" presStyleIdx="1" presStyleCnt="4">
        <dgm:presLayoutVars>
          <dgm:bulletEnabled val="1"/>
        </dgm:presLayoutVars>
      </dgm:prSet>
      <dgm:spPr/>
    </dgm:pt>
    <dgm:pt modelId="{5764F2B6-9A3E-4C62-A2E8-76ECB6B4E7EA}" type="pres">
      <dgm:prSet presAssocID="{E1BB5798-5AA5-46B3-8972-D0CDCCAACBEE}" presName="ellipse3" presStyleLbl="vennNode1" presStyleIdx="2" presStyleCnt="4">
        <dgm:presLayoutVars>
          <dgm:bulletEnabled val="1"/>
        </dgm:presLayoutVars>
      </dgm:prSet>
      <dgm:spPr/>
    </dgm:pt>
    <dgm:pt modelId="{AAAB5FEF-64E0-48DE-9D50-A05B41AF6A81}" type="pres">
      <dgm:prSet presAssocID="{E1BB5798-5AA5-46B3-8972-D0CDCCAACBEE}" presName="ellipse4" presStyleLbl="vennNode1" presStyleIdx="3" presStyleCnt="4">
        <dgm:presLayoutVars>
          <dgm:bulletEnabled val="1"/>
        </dgm:presLayoutVars>
      </dgm:prSet>
      <dgm:spPr/>
    </dgm:pt>
  </dgm:ptLst>
  <dgm:cxnLst>
    <dgm:cxn modelId="{4725F314-5F25-4288-8008-9ABFB6C068E4}" type="presOf" srcId="{E1BB5798-5AA5-46B3-8972-D0CDCCAACBEE}" destId="{EC664FFE-8200-4182-B759-9B8708856271}" srcOrd="0" destOrd="0" presId="urn:microsoft.com/office/officeart/2005/8/layout/rings+Icon"/>
    <dgm:cxn modelId="{AE80C27A-D7E7-4206-8257-CBAA8648DB92}" srcId="{E1BB5798-5AA5-46B3-8972-D0CDCCAACBEE}" destId="{081A6A67-DF97-4DF7-8856-336A8E4E7FFA}" srcOrd="1" destOrd="0" parTransId="{5EBABF69-6130-4FB5-BCE2-23627F7BB00A}" sibTransId="{6D338506-61FD-4D8D-8E1B-DDBE2744D5D1}"/>
    <dgm:cxn modelId="{6CD3DB95-D731-429B-B1EC-3C54EEB4A635}" type="presOf" srcId="{CDCD8690-A39A-480E-96B3-0F303F072BC7}" destId="{3FECDFE1-819A-43CE-8054-BD05BDF69DC9}" srcOrd="0" destOrd="0" presId="urn:microsoft.com/office/officeart/2005/8/layout/rings+Icon"/>
    <dgm:cxn modelId="{FF187BAF-2600-4373-A014-9DC0DDFC6B48}" srcId="{E1BB5798-5AA5-46B3-8972-D0CDCCAACBEE}" destId="{1F3FCA9F-3805-4E72-AC8E-E5747506D505}" srcOrd="3" destOrd="0" parTransId="{17503B08-C722-4A74-A7C8-D1597384F86A}" sibTransId="{712EA2B3-53B0-451C-AD9E-25D81DD6DFE8}"/>
    <dgm:cxn modelId="{D52608C4-A6CD-4C9E-9920-47A66DEEA29F}" type="presOf" srcId="{081A6A67-DF97-4DF7-8856-336A8E4E7FFA}" destId="{E6DE246D-8AE4-49F4-8DD6-EFA2B82A7BB2}" srcOrd="0" destOrd="0" presId="urn:microsoft.com/office/officeart/2005/8/layout/rings+Icon"/>
    <dgm:cxn modelId="{9B1301D6-E4C7-4233-AADA-C3D89DDCE39A}" srcId="{E1BB5798-5AA5-46B3-8972-D0CDCCAACBEE}" destId="{CDCD8690-A39A-480E-96B3-0F303F072BC7}" srcOrd="0" destOrd="0" parTransId="{4EE38B0C-1C6A-4B77-828D-7FA03D4FE6E9}" sibTransId="{7735EC1C-DD3E-4140-8EA2-CC735696CD05}"/>
    <dgm:cxn modelId="{6615F9DC-4C86-4D35-8BB6-C85BF1D3CBE7}" type="presOf" srcId="{1F3FCA9F-3805-4E72-AC8E-E5747506D505}" destId="{AAAB5FEF-64E0-48DE-9D50-A05B41AF6A81}" srcOrd="0" destOrd="0" presId="urn:microsoft.com/office/officeart/2005/8/layout/rings+Icon"/>
    <dgm:cxn modelId="{4804C1DD-4623-4EE5-BD72-B31CCF1767A0}" type="presOf" srcId="{EF2F8E1F-1593-4E31-AB2E-63BC9E7D50E9}" destId="{5764F2B6-9A3E-4C62-A2E8-76ECB6B4E7EA}" srcOrd="0" destOrd="0" presId="urn:microsoft.com/office/officeart/2005/8/layout/rings+Icon"/>
    <dgm:cxn modelId="{4768DBFC-2693-423E-9D37-20E922A6ECCC}" srcId="{E1BB5798-5AA5-46B3-8972-D0CDCCAACBEE}" destId="{EF2F8E1F-1593-4E31-AB2E-63BC9E7D50E9}" srcOrd="2" destOrd="0" parTransId="{798DF9D1-7F53-4B6F-9C46-F0FE4E462FA1}" sibTransId="{B8E3CEFD-1DF0-4E23-B85E-669003FB7A66}"/>
    <dgm:cxn modelId="{9456218E-78D4-4022-85BE-2B6D0E7F2F3B}" type="presParOf" srcId="{EC664FFE-8200-4182-B759-9B8708856271}" destId="{3FECDFE1-819A-43CE-8054-BD05BDF69DC9}" srcOrd="0" destOrd="0" presId="urn:microsoft.com/office/officeart/2005/8/layout/rings+Icon"/>
    <dgm:cxn modelId="{CA4AD105-A0DF-4A60-A3B7-0FD75034185A}" type="presParOf" srcId="{EC664FFE-8200-4182-B759-9B8708856271}" destId="{E6DE246D-8AE4-49F4-8DD6-EFA2B82A7BB2}" srcOrd="1" destOrd="0" presId="urn:microsoft.com/office/officeart/2005/8/layout/rings+Icon"/>
    <dgm:cxn modelId="{3E50C908-FC9E-4EC5-A222-470B63963A5F}" type="presParOf" srcId="{EC664FFE-8200-4182-B759-9B8708856271}" destId="{5764F2B6-9A3E-4C62-A2E8-76ECB6B4E7EA}" srcOrd="2" destOrd="0" presId="urn:microsoft.com/office/officeart/2005/8/layout/rings+Icon"/>
    <dgm:cxn modelId="{679A216C-21EA-478B-BB14-3694F0D803C0}" type="presParOf" srcId="{EC664FFE-8200-4182-B759-9B8708856271}" destId="{AAAB5FEF-64E0-48DE-9D50-A05B41AF6A81}" srcOrd="3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BA18B8-9FF8-4FA1-B0A4-67B6BE5556FD}" type="doc">
      <dgm:prSet loTypeId="urn:microsoft.com/office/officeart/2011/layout/CircleProcess" loCatId="officeonlin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04ED71FA-D686-4615-AF20-1D88788B66C0}">
      <dgm:prSet phldrT="[Text]"/>
      <dgm:spPr/>
      <dgm:t>
        <a:bodyPr/>
        <a:lstStyle/>
        <a:p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Carries AES-encrypted Information</a:t>
          </a:r>
          <a:endParaRPr lang="en-IN" b="1" dirty="0"/>
        </a:p>
      </dgm:t>
    </dgm:pt>
    <dgm:pt modelId="{51BA9CB8-1CD7-40BD-90FB-9E34532CAF83}" type="parTrans" cxnId="{CFC7B461-EF24-4931-96F1-24411DDD249D}">
      <dgm:prSet/>
      <dgm:spPr/>
      <dgm:t>
        <a:bodyPr/>
        <a:lstStyle/>
        <a:p>
          <a:endParaRPr lang="en-IN"/>
        </a:p>
      </dgm:t>
    </dgm:pt>
    <dgm:pt modelId="{53CCC131-2F22-4690-A047-7887D92A107E}" type="sibTrans" cxnId="{CFC7B461-EF24-4931-96F1-24411DDD249D}">
      <dgm:prSet/>
      <dgm:spPr/>
      <dgm:t>
        <a:bodyPr/>
        <a:lstStyle/>
        <a:p>
          <a:endParaRPr lang="en-IN"/>
        </a:p>
      </dgm:t>
    </dgm:pt>
    <dgm:pt modelId="{C05DBA86-31F7-49FF-B963-BB6AE23C07BB}">
      <dgm:prSet phldrT="[Text]"/>
      <dgm:spPr/>
      <dgm:t>
        <a:bodyPr/>
        <a:lstStyle/>
        <a:p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Is Statistically Indistinguishable From AWGN</a:t>
          </a:r>
          <a:endParaRPr lang="en-IN" b="1" dirty="0"/>
        </a:p>
      </dgm:t>
    </dgm:pt>
    <dgm:pt modelId="{D77FD8F0-6B89-4948-B9B2-A930842250ED}" type="parTrans" cxnId="{14A8216D-4B2F-4A68-BEBD-7951C9CBB48E}">
      <dgm:prSet/>
      <dgm:spPr/>
      <dgm:t>
        <a:bodyPr/>
        <a:lstStyle/>
        <a:p>
          <a:endParaRPr lang="en-IN"/>
        </a:p>
      </dgm:t>
    </dgm:pt>
    <dgm:pt modelId="{BAEF4DBE-E257-43B0-B1FB-3AB7B5A97278}" type="sibTrans" cxnId="{14A8216D-4B2F-4A68-BEBD-7951C9CBB48E}">
      <dgm:prSet/>
      <dgm:spPr/>
      <dgm:t>
        <a:bodyPr/>
        <a:lstStyle/>
        <a:p>
          <a:endParaRPr lang="en-IN"/>
        </a:p>
      </dgm:t>
    </dgm:pt>
    <dgm:pt modelId="{AC98CC29-420C-4A98-8158-CE1A8D34983A}">
      <dgm:prSet phldrT="[Text]"/>
      <dgm:spPr/>
      <dgm:t>
        <a:bodyPr/>
        <a:lstStyle/>
        <a:p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Resists </a:t>
          </a:r>
          <a:r>
            <a:rPr lang="en-US" b="1" dirty="0" err="1">
              <a:latin typeface="Calibri" pitchFamily="34" charset="0"/>
              <a:ea typeface="Calibri" pitchFamily="34" charset="-122"/>
              <a:cs typeface="Calibri" pitchFamily="34" charset="-120"/>
            </a:rPr>
            <a:t>Ml</a:t>
          </a:r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-based RF Detectors </a:t>
          </a:r>
          <a:endParaRPr lang="en-IN" b="1" dirty="0"/>
        </a:p>
      </dgm:t>
    </dgm:pt>
    <dgm:pt modelId="{38C67A4F-2F5E-46D2-AE8C-EE4CAD166D98}" type="parTrans" cxnId="{0072800D-23F5-452A-A3FD-ADE6B7E40D41}">
      <dgm:prSet/>
      <dgm:spPr/>
      <dgm:t>
        <a:bodyPr/>
        <a:lstStyle/>
        <a:p>
          <a:endParaRPr lang="en-IN"/>
        </a:p>
      </dgm:t>
    </dgm:pt>
    <dgm:pt modelId="{8FEFB426-9993-4818-BD14-01280E72198F}" type="sibTrans" cxnId="{0072800D-23F5-452A-A3FD-ADE6B7E40D41}">
      <dgm:prSet/>
      <dgm:spPr/>
      <dgm:t>
        <a:bodyPr/>
        <a:lstStyle/>
        <a:p>
          <a:endParaRPr lang="en-IN"/>
        </a:p>
      </dgm:t>
    </dgm:pt>
    <dgm:pt modelId="{A0C6D529-705F-4B48-8E89-921ACEC26AB2}">
      <dgm:prSet phldrT="[Text]"/>
      <dgm:spPr/>
      <dgm:t>
        <a:bodyPr/>
        <a:lstStyle/>
        <a:p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Achieves Zero BER Under Realistic RF Impairments</a:t>
          </a:r>
          <a:endParaRPr lang="en-IN" b="1" dirty="0"/>
        </a:p>
      </dgm:t>
    </dgm:pt>
    <dgm:pt modelId="{53EF2517-8F74-467F-9171-04919165A915}" type="parTrans" cxnId="{DA240D37-1182-438C-93CA-E5409FA89D64}">
      <dgm:prSet/>
      <dgm:spPr/>
      <dgm:t>
        <a:bodyPr/>
        <a:lstStyle/>
        <a:p>
          <a:endParaRPr lang="en-IN"/>
        </a:p>
      </dgm:t>
    </dgm:pt>
    <dgm:pt modelId="{2E45B36A-888A-4844-9CBF-E75B0EF8C804}" type="sibTrans" cxnId="{DA240D37-1182-438C-93CA-E5409FA89D64}">
      <dgm:prSet/>
      <dgm:spPr/>
      <dgm:t>
        <a:bodyPr/>
        <a:lstStyle/>
        <a:p>
          <a:endParaRPr lang="en-IN"/>
        </a:p>
      </dgm:t>
    </dgm:pt>
    <dgm:pt modelId="{F6BD50CB-E9C8-46A5-B734-8A1A3F161D17}">
      <dgm:prSet phldrT="[Text]"/>
      <dgm:spPr/>
      <dgm:t>
        <a:bodyPr/>
        <a:lstStyle/>
        <a:p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Validates On Real SDR Hardware</a:t>
          </a:r>
          <a:endParaRPr lang="en-IN" b="1" dirty="0"/>
        </a:p>
      </dgm:t>
    </dgm:pt>
    <dgm:pt modelId="{CFB5CF53-0CB8-4096-82DF-D1353BF82C3C}" type="parTrans" cxnId="{8D5B9EA0-4EA7-4868-9073-2569D39B73BC}">
      <dgm:prSet/>
      <dgm:spPr/>
      <dgm:t>
        <a:bodyPr/>
        <a:lstStyle/>
        <a:p>
          <a:endParaRPr lang="en-IN"/>
        </a:p>
      </dgm:t>
    </dgm:pt>
    <dgm:pt modelId="{6D6172A5-B14D-448A-973D-158DE56FC934}" type="sibTrans" cxnId="{8D5B9EA0-4EA7-4868-9073-2569D39B73BC}">
      <dgm:prSet/>
      <dgm:spPr/>
      <dgm:t>
        <a:bodyPr/>
        <a:lstStyle/>
        <a:p>
          <a:endParaRPr lang="en-IN"/>
        </a:p>
      </dgm:t>
    </dgm:pt>
    <dgm:pt modelId="{24B462D5-BF8C-4B32-BE41-94FD98A9C44B}" type="pres">
      <dgm:prSet presAssocID="{B0BA18B8-9FF8-4FA1-B0A4-67B6BE5556F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C334C63-234A-4139-98EC-557B5BB0BE8A}" type="pres">
      <dgm:prSet presAssocID="{F6BD50CB-E9C8-46A5-B734-8A1A3F161D17}" presName="Accent5" presStyleCnt="0"/>
      <dgm:spPr/>
    </dgm:pt>
    <dgm:pt modelId="{F16A6F9F-C1B3-469F-8A0E-45458AB23ED1}" type="pres">
      <dgm:prSet presAssocID="{F6BD50CB-E9C8-46A5-B734-8A1A3F161D17}" presName="Accent" presStyleLbl="node1" presStyleIdx="0" presStyleCnt="5"/>
      <dgm:spPr/>
    </dgm:pt>
    <dgm:pt modelId="{687AE75C-EC06-4615-85A0-E69453926B5D}" type="pres">
      <dgm:prSet presAssocID="{F6BD50CB-E9C8-46A5-B734-8A1A3F161D17}" presName="ParentBackground5" presStyleCnt="0"/>
      <dgm:spPr/>
    </dgm:pt>
    <dgm:pt modelId="{A8181461-601D-4EC3-88D9-4BACBEC9E184}" type="pres">
      <dgm:prSet presAssocID="{F6BD50CB-E9C8-46A5-B734-8A1A3F161D17}" presName="ParentBackground" presStyleLbl="fgAcc1" presStyleIdx="0" presStyleCnt="5" custLinFactNeighborX="0"/>
      <dgm:spPr/>
    </dgm:pt>
    <dgm:pt modelId="{D943C642-CD45-4350-9269-64612B40C7F4}" type="pres">
      <dgm:prSet presAssocID="{F6BD50CB-E9C8-46A5-B734-8A1A3F161D17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705AA2F-23D1-4EEC-AB0A-A5145043CD3A}" type="pres">
      <dgm:prSet presAssocID="{A0C6D529-705F-4B48-8E89-921ACEC26AB2}" presName="Accent4" presStyleCnt="0"/>
      <dgm:spPr/>
    </dgm:pt>
    <dgm:pt modelId="{CFAD37F4-9560-4107-B5F8-F741224EF5EC}" type="pres">
      <dgm:prSet presAssocID="{A0C6D529-705F-4B48-8E89-921ACEC26AB2}" presName="Accent" presStyleLbl="node1" presStyleIdx="1" presStyleCnt="5"/>
      <dgm:spPr/>
    </dgm:pt>
    <dgm:pt modelId="{E3486734-645C-4C65-98C3-3C6B0B66C038}" type="pres">
      <dgm:prSet presAssocID="{A0C6D529-705F-4B48-8E89-921ACEC26AB2}" presName="ParentBackground4" presStyleCnt="0"/>
      <dgm:spPr/>
    </dgm:pt>
    <dgm:pt modelId="{7E49F5AA-841C-4F8A-BB93-1D3D13EBCFE9}" type="pres">
      <dgm:prSet presAssocID="{A0C6D529-705F-4B48-8E89-921ACEC26AB2}" presName="ParentBackground" presStyleLbl="fgAcc1" presStyleIdx="1" presStyleCnt="5"/>
      <dgm:spPr/>
    </dgm:pt>
    <dgm:pt modelId="{3F4DFA0C-4A9A-4951-BE13-2381CA078419}" type="pres">
      <dgm:prSet presAssocID="{A0C6D529-705F-4B48-8E89-921ACEC26AB2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C4FBE73-3EF5-4833-BA95-A72B54C69114}" type="pres">
      <dgm:prSet presAssocID="{AC98CC29-420C-4A98-8158-CE1A8D34983A}" presName="Accent3" presStyleCnt="0"/>
      <dgm:spPr/>
    </dgm:pt>
    <dgm:pt modelId="{DA42B53F-5B03-4F57-92C8-AE35D2A56EBB}" type="pres">
      <dgm:prSet presAssocID="{AC98CC29-420C-4A98-8158-CE1A8D34983A}" presName="Accent" presStyleLbl="node1" presStyleIdx="2" presStyleCnt="5"/>
      <dgm:spPr/>
    </dgm:pt>
    <dgm:pt modelId="{D55D8EB0-FF4A-4F8C-ADC3-78357C88FCDB}" type="pres">
      <dgm:prSet presAssocID="{AC98CC29-420C-4A98-8158-CE1A8D34983A}" presName="ParentBackground3" presStyleCnt="0"/>
      <dgm:spPr/>
    </dgm:pt>
    <dgm:pt modelId="{D5BF8468-9F0F-4B3B-8156-5966C8A9044B}" type="pres">
      <dgm:prSet presAssocID="{AC98CC29-420C-4A98-8158-CE1A8D34983A}" presName="ParentBackground" presStyleLbl="fgAcc1" presStyleIdx="2" presStyleCnt="5"/>
      <dgm:spPr/>
    </dgm:pt>
    <dgm:pt modelId="{70BCC442-A5C1-4E48-90C2-5B4AA31833D5}" type="pres">
      <dgm:prSet presAssocID="{AC98CC29-420C-4A98-8158-CE1A8D34983A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2E16B54-8127-4FE0-8939-760A90682FC1}" type="pres">
      <dgm:prSet presAssocID="{C05DBA86-31F7-49FF-B963-BB6AE23C07BB}" presName="Accent2" presStyleCnt="0"/>
      <dgm:spPr/>
    </dgm:pt>
    <dgm:pt modelId="{BBF3BFDE-4DBD-4BAE-95CD-7A72DC8A1730}" type="pres">
      <dgm:prSet presAssocID="{C05DBA86-31F7-49FF-B963-BB6AE23C07BB}" presName="Accent" presStyleLbl="node1" presStyleIdx="3" presStyleCnt="5"/>
      <dgm:spPr/>
    </dgm:pt>
    <dgm:pt modelId="{1AF16C3A-90B3-4B03-9F08-69829789C8B7}" type="pres">
      <dgm:prSet presAssocID="{C05DBA86-31F7-49FF-B963-BB6AE23C07BB}" presName="ParentBackground2" presStyleCnt="0"/>
      <dgm:spPr/>
    </dgm:pt>
    <dgm:pt modelId="{CFDAB6B7-7B01-4B02-A148-A886B7A0DDF4}" type="pres">
      <dgm:prSet presAssocID="{C05DBA86-31F7-49FF-B963-BB6AE23C07BB}" presName="ParentBackground" presStyleLbl="fgAcc1" presStyleIdx="3" presStyleCnt="5"/>
      <dgm:spPr/>
    </dgm:pt>
    <dgm:pt modelId="{56942BF2-0803-4128-91DA-CA2661DDFF7E}" type="pres">
      <dgm:prSet presAssocID="{C05DBA86-31F7-49FF-B963-BB6AE23C07B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AA8C10A-A228-487A-A2B2-21D561D3C672}" type="pres">
      <dgm:prSet presAssocID="{04ED71FA-D686-4615-AF20-1D88788B66C0}" presName="Accent1" presStyleCnt="0"/>
      <dgm:spPr/>
    </dgm:pt>
    <dgm:pt modelId="{739FF778-938B-427B-8C9E-7AF75A1D189E}" type="pres">
      <dgm:prSet presAssocID="{04ED71FA-D686-4615-AF20-1D88788B66C0}" presName="Accent" presStyleLbl="node1" presStyleIdx="4" presStyleCnt="5" custLinFactNeighborX="-4730"/>
      <dgm:spPr/>
    </dgm:pt>
    <dgm:pt modelId="{83EC45C1-BF95-43ED-99D9-3CEA1AE06B0F}" type="pres">
      <dgm:prSet presAssocID="{04ED71FA-D686-4615-AF20-1D88788B66C0}" presName="ParentBackground1" presStyleCnt="0"/>
      <dgm:spPr/>
    </dgm:pt>
    <dgm:pt modelId="{C2E92F13-9BCA-4D33-94C4-9FCFCA4661A0}" type="pres">
      <dgm:prSet presAssocID="{04ED71FA-D686-4615-AF20-1D88788B66C0}" presName="ParentBackground" presStyleLbl="fgAcc1" presStyleIdx="4" presStyleCnt="5" custLinFactNeighborX="-7170"/>
      <dgm:spPr/>
    </dgm:pt>
    <dgm:pt modelId="{51D7E31B-1ADB-4CC9-AD23-82BB51439C88}" type="pres">
      <dgm:prSet presAssocID="{04ED71FA-D686-4615-AF20-1D88788B66C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3660B0C-C05B-4F53-82F2-899722362E37}" type="presOf" srcId="{AC98CC29-420C-4A98-8158-CE1A8D34983A}" destId="{D5BF8468-9F0F-4B3B-8156-5966C8A9044B}" srcOrd="0" destOrd="0" presId="urn:microsoft.com/office/officeart/2011/layout/CircleProcess"/>
    <dgm:cxn modelId="{0072800D-23F5-452A-A3FD-ADE6B7E40D41}" srcId="{B0BA18B8-9FF8-4FA1-B0A4-67B6BE5556FD}" destId="{AC98CC29-420C-4A98-8158-CE1A8D34983A}" srcOrd="2" destOrd="0" parTransId="{38C67A4F-2F5E-46D2-AE8C-EE4CAD166D98}" sibTransId="{8FEFB426-9993-4818-BD14-01280E72198F}"/>
    <dgm:cxn modelId="{36B7632B-B2AE-468C-9490-1DFFE1EC608B}" type="presOf" srcId="{AC98CC29-420C-4A98-8158-CE1A8D34983A}" destId="{70BCC442-A5C1-4E48-90C2-5B4AA31833D5}" srcOrd="1" destOrd="0" presId="urn:microsoft.com/office/officeart/2011/layout/CircleProcess"/>
    <dgm:cxn modelId="{DA240D37-1182-438C-93CA-E5409FA89D64}" srcId="{B0BA18B8-9FF8-4FA1-B0A4-67B6BE5556FD}" destId="{A0C6D529-705F-4B48-8E89-921ACEC26AB2}" srcOrd="3" destOrd="0" parTransId="{53EF2517-8F74-467F-9171-04919165A915}" sibTransId="{2E45B36A-888A-4844-9CBF-E75B0EF8C804}"/>
    <dgm:cxn modelId="{CFC7B461-EF24-4931-96F1-24411DDD249D}" srcId="{B0BA18B8-9FF8-4FA1-B0A4-67B6BE5556FD}" destId="{04ED71FA-D686-4615-AF20-1D88788B66C0}" srcOrd="0" destOrd="0" parTransId="{51BA9CB8-1CD7-40BD-90FB-9E34532CAF83}" sibTransId="{53CCC131-2F22-4690-A047-7887D92A107E}"/>
    <dgm:cxn modelId="{06E29167-220B-4D21-83EB-CD059FEDF6E6}" type="presOf" srcId="{C05DBA86-31F7-49FF-B963-BB6AE23C07BB}" destId="{CFDAB6B7-7B01-4B02-A148-A886B7A0DDF4}" srcOrd="0" destOrd="0" presId="urn:microsoft.com/office/officeart/2011/layout/CircleProcess"/>
    <dgm:cxn modelId="{14A8216D-4B2F-4A68-BEBD-7951C9CBB48E}" srcId="{B0BA18B8-9FF8-4FA1-B0A4-67B6BE5556FD}" destId="{C05DBA86-31F7-49FF-B963-BB6AE23C07BB}" srcOrd="1" destOrd="0" parTransId="{D77FD8F0-6B89-4948-B9B2-A930842250ED}" sibTransId="{BAEF4DBE-E257-43B0-B1FB-3AB7B5A97278}"/>
    <dgm:cxn modelId="{48AAB94D-E631-4B96-BAAB-B9009C5D2263}" type="presOf" srcId="{04ED71FA-D686-4615-AF20-1D88788B66C0}" destId="{51D7E31B-1ADB-4CC9-AD23-82BB51439C88}" srcOrd="1" destOrd="0" presId="urn:microsoft.com/office/officeart/2011/layout/CircleProcess"/>
    <dgm:cxn modelId="{AE639370-2821-46D6-A5A3-E30DDDAD8C24}" type="presOf" srcId="{F6BD50CB-E9C8-46A5-B734-8A1A3F161D17}" destId="{A8181461-601D-4EC3-88D9-4BACBEC9E184}" srcOrd="0" destOrd="0" presId="urn:microsoft.com/office/officeart/2011/layout/CircleProcess"/>
    <dgm:cxn modelId="{738CBA7A-4721-4783-BD9D-2BB51F89E253}" type="presOf" srcId="{04ED71FA-D686-4615-AF20-1D88788B66C0}" destId="{C2E92F13-9BCA-4D33-94C4-9FCFCA4661A0}" srcOrd="0" destOrd="0" presId="urn:microsoft.com/office/officeart/2011/layout/CircleProcess"/>
    <dgm:cxn modelId="{77E21D9C-8CE1-4F59-A76A-4BA7CF82EFC8}" type="presOf" srcId="{B0BA18B8-9FF8-4FA1-B0A4-67B6BE5556FD}" destId="{24B462D5-BF8C-4B32-BE41-94FD98A9C44B}" srcOrd="0" destOrd="0" presId="urn:microsoft.com/office/officeart/2011/layout/CircleProcess"/>
    <dgm:cxn modelId="{8D5B9EA0-4EA7-4868-9073-2569D39B73BC}" srcId="{B0BA18B8-9FF8-4FA1-B0A4-67B6BE5556FD}" destId="{F6BD50CB-E9C8-46A5-B734-8A1A3F161D17}" srcOrd="4" destOrd="0" parTransId="{CFB5CF53-0CB8-4096-82DF-D1353BF82C3C}" sibTransId="{6D6172A5-B14D-448A-973D-158DE56FC934}"/>
    <dgm:cxn modelId="{D87DCBAC-663D-4A3F-B2F5-027DF8A42E35}" type="presOf" srcId="{F6BD50CB-E9C8-46A5-B734-8A1A3F161D17}" destId="{D943C642-CD45-4350-9269-64612B40C7F4}" srcOrd="1" destOrd="0" presId="urn:microsoft.com/office/officeart/2011/layout/CircleProcess"/>
    <dgm:cxn modelId="{C026B7B8-13F6-4220-9761-49F5B9F90CE9}" type="presOf" srcId="{A0C6D529-705F-4B48-8E89-921ACEC26AB2}" destId="{7E49F5AA-841C-4F8A-BB93-1D3D13EBCFE9}" srcOrd="0" destOrd="0" presId="urn:microsoft.com/office/officeart/2011/layout/CircleProcess"/>
    <dgm:cxn modelId="{6A2D2FC4-DE9A-458C-ADAB-007E65B9CCF0}" type="presOf" srcId="{C05DBA86-31F7-49FF-B963-BB6AE23C07BB}" destId="{56942BF2-0803-4128-91DA-CA2661DDFF7E}" srcOrd="1" destOrd="0" presId="urn:microsoft.com/office/officeart/2011/layout/CircleProcess"/>
    <dgm:cxn modelId="{3450E6F2-A20E-44A7-935D-8808110E69FC}" type="presOf" srcId="{A0C6D529-705F-4B48-8E89-921ACEC26AB2}" destId="{3F4DFA0C-4A9A-4951-BE13-2381CA078419}" srcOrd="1" destOrd="0" presId="urn:microsoft.com/office/officeart/2011/layout/CircleProcess"/>
    <dgm:cxn modelId="{4E266222-85EA-4E1B-9E91-EEF60CF3F2EE}" type="presParOf" srcId="{24B462D5-BF8C-4B32-BE41-94FD98A9C44B}" destId="{3C334C63-234A-4139-98EC-557B5BB0BE8A}" srcOrd="0" destOrd="0" presId="urn:microsoft.com/office/officeart/2011/layout/CircleProcess"/>
    <dgm:cxn modelId="{7D765B85-CAB3-4FBB-9494-64FED578D37A}" type="presParOf" srcId="{3C334C63-234A-4139-98EC-557B5BB0BE8A}" destId="{F16A6F9F-C1B3-469F-8A0E-45458AB23ED1}" srcOrd="0" destOrd="0" presId="urn:microsoft.com/office/officeart/2011/layout/CircleProcess"/>
    <dgm:cxn modelId="{2DE0D842-C1A5-411D-A51F-1EC844865F27}" type="presParOf" srcId="{24B462D5-BF8C-4B32-BE41-94FD98A9C44B}" destId="{687AE75C-EC06-4615-85A0-E69453926B5D}" srcOrd="1" destOrd="0" presId="urn:microsoft.com/office/officeart/2011/layout/CircleProcess"/>
    <dgm:cxn modelId="{D4E8C035-1D91-454D-B640-1D39B931FB18}" type="presParOf" srcId="{687AE75C-EC06-4615-85A0-E69453926B5D}" destId="{A8181461-601D-4EC3-88D9-4BACBEC9E184}" srcOrd="0" destOrd="0" presId="urn:microsoft.com/office/officeart/2011/layout/CircleProcess"/>
    <dgm:cxn modelId="{0BEB77DD-1CD6-4A68-B920-DD4180D4A44C}" type="presParOf" srcId="{24B462D5-BF8C-4B32-BE41-94FD98A9C44B}" destId="{D943C642-CD45-4350-9269-64612B40C7F4}" srcOrd="2" destOrd="0" presId="urn:microsoft.com/office/officeart/2011/layout/CircleProcess"/>
    <dgm:cxn modelId="{58557689-23CB-46B0-9731-FFCC16D4643A}" type="presParOf" srcId="{24B462D5-BF8C-4B32-BE41-94FD98A9C44B}" destId="{1705AA2F-23D1-4EEC-AB0A-A5145043CD3A}" srcOrd="3" destOrd="0" presId="urn:microsoft.com/office/officeart/2011/layout/CircleProcess"/>
    <dgm:cxn modelId="{5954FEF4-C795-4499-8131-639D5BA823BD}" type="presParOf" srcId="{1705AA2F-23D1-4EEC-AB0A-A5145043CD3A}" destId="{CFAD37F4-9560-4107-B5F8-F741224EF5EC}" srcOrd="0" destOrd="0" presId="urn:microsoft.com/office/officeart/2011/layout/CircleProcess"/>
    <dgm:cxn modelId="{49DB1E03-70D4-4A0A-95F6-B7179ED39BEE}" type="presParOf" srcId="{24B462D5-BF8C-4B32-BE41-94FD98A9C44B}" destId="{E3486734-645C-4C65-98C3-3C6B0B66C038}" srcOrd="4" destOrd="0" presId="urn:microsoft.com/office/officeart/2011/layout/CircleProcess"/>
    <dgm:cxn modelId="{D5239CEF-1A07-4EE7-8697-AAB7456CD241}" type="presParOf" srcId="{E3486734-645C-4C65-98C3-3C6B0B66C038}" destId="{7E49F5AA-841C-4F8A-BB93-1D3D13EBCFE9}" srcOrd="0" destOrd="0" presId="urn:microsoft.com/office/officeart/2011/layout/CircleProcess"/>
    <dgm:cxn modelId="{A0064DE0-D94A-4913-9303-D9430AA726DE}" type="presParOf" srcId="{24B462D5-BF8C-4B32-BE41-94FD98A9C44B}" destId="{3F4DFA0C-4A9A-4951-BE13-2381CA078419}" srcOrd="5" destOrd="0" presId="urn:microsoft.com/office/officeart/2011/layout/CircleProcess"/>
    <dgm:cxn modelId="{9786EA04-2A5B-4DA2-AA55-6FF1D7F9994A}" type="presParOf" srcId="{24B462D5-BF8C-4B32-BE41-94FD98A9C44B}" destId="{5C4FBE73-3EF5-4833-BA95-A72B54C69114}" srcOrd="6" destOrd="0" presId="urn:microsoft.com/office/officeart/2011/layout/CircleProcess"/>
    <dgm:cxn modelId="{D8F5C975-E7C7-4EDF-BF54-C65E33419794}" type="presParOf" srcId="{5C4FBE73-3EF5-4833-BA95-A72B54C69114}" destId="{DA42B53F-5B03-4F57-92C8-AE35D2A56EBB}" srcOrd="0" destOrd="0" presId="urn:microsoft.com/office/officeart/2011/layout/CircleProcess"/>
    <dgm:cxn modelId="{42A336C0-D719-4833-A037-92B35809B7B1}" type="presParOf" srcId="{24B462D5-BF8C-4B32-BE41-94FD98A9C44B}" destId="{D55D8EB0-FF4A-4F8C-ADC3-78357C88FCDB}" srcOrd="7" destOrd="0" presId="urn:microsoft.com/office/officeart/2011/layout/CircleProcess"/>
    <dgm:cxn modelId="{DE628773-833D-49B2-9339-1E08DC5F398C}" type="presParOf" srcId="{D55D8EB0-FF4A-4F8C-ADC3-78357C88FCDB}" destId="{D5BF8468-9F0F-4B3B-8156-5966C8A9044B}" srcOrd="0" destOrd="0" presId="urn:microsoft.com/office/officeart/2011/layout/CircleProcess"/>
    <dgm:cxn modelId="{36143652-59F2-45B3-8795-C2B8CFBD2454}" type="presParOf" srcId="{24B462D5-BF8C-4B32-BE41-94FD98A9C44B}" destId="{70BCC442-A5C1-4E48-90C2-5B4AA31833D5}" srcOrd="8" destOrd="0" presId="urn:microsoft.com/office/officeart/2011/layout/CircleProcess"/>
    <dgm:cxn modelId="{A37812BD-3E63-40D4-BA2C-AED71552E174}" type="presParOf" srcId="{24B462D5-BF8C-4B32-BE41-94FD98A9C44B}" destId="{92E16B54-8127-4FE0-8939-760A90682FC1}" srcOrd="9" destOrd="0" presId="urn:microsoft.com/office/officeart/2011/layout/CircleProcess"/>
    <dgm:cxn modelId="{9C02BF9A-0D20-4F53-B259-654CF766852D}" type="presParOf" srcId="{92E16B54-8127-4FE0-8939-760A90682FC1}" destId="{BBF3BFDE-4DBD-4BAE-95CD-7A72DC8A1730}" srcOrd="0" destOrd="0" presId="urn:microsoft.com/office/officeart/2011/layout/CircleProcess"/>
    <dgm:cxn modelId="{20BE9653-7893-4044-A6ED-A1A3982645CB}" type="presParOf" srcId="{24B462D5-BF8C-4B32-BE41-94FD98A9C44B}" destId="{1AF16C3A-90B3-4B03-9F08-69829789C8B7}" srcOrd="10" destOrd="0" presId="urn:microsoft.com/office/officeart/2011/layout/CircleProcess"/>
    <dgm:cxn modelId="{5D19279F-6EC9-4E0D-B82B-A4F992B91691}" type="presParOf" srcId="{1AF16C3A-90B3-4B03-9F08-69829789C8B7}" destId="{CFDAB6B7-7B01-4B02-A148-A886B7A0DDF4}" srcOrd="0" destOrd="0" presId="urn:microsoft.com/office/officeart/2011/layout/CircleProcess"/>
    <dgm:cxn modelId="{326F9420-5DBE-40B5-B30D-BF2268DAE5D2}" type="presParOf" srcId="{24B462D5-BF8C-4B32-BE41-94FD98A9C44B}" destId="{56942BF2-0803-4128-91DA-CA2661DDFF7E}" srcOrd="11" destOrd="0" presId="urn:microsoft.com/office/officeart/2011/layout/CircleProcess"/>
    <dgm:cxn modelId="{85559A22-F072-44F9-A0FD-8F720278D009}" type="presParOf" srcId="{24B462D5-BF8C-4B32-BE41-94FD98A9C44B}" destId="{AAA8C10A-A228-487A-A2B2-21D561D3C672}" srcOrd="12" destOrd="0" presId="urn:microsoft.com/office/officeart/2011/layout/CircleProcess"/>
    <dgm:cxn modelId="{83E4B631-B5A3-4F5C-BC31-0455F1976977}" type="presParOf" srcId="{AAA8C10A-A228-487A-A2B2-21D561D3C672}" destId="{739FF778-938B-427B-8C9E-7AF75A1D189E}" srcOrd="0" destOrd="0" presId="urn:microsoft.com/office/officeart/2011/layout/CircleProcess"/>
    <dgm:cxn modelId="{5AFC33F6-EF17-4382-A9AC-E1D71F83D679}" type="presParOf" srcId="{24B462D5-BF8C-4B32-BE41-94FD98A9C44B}" destId="{83EC45C1-BF95-43ED-99D9-3CEA1AE06B0F}" srcOrd="13" destOrd="0" presId="urn:microsoft.com/office/officeart/2011/layout/CircleProcess"/>
    <dgm:cxn modelId="{8DC42993-4098-42A6-8372-6E56659435A3}" type="presParOf" srcId="{83EC45C1-BF95-43ED-99D9-3CEA1AE06B0F}" destId="{C2E92F13-9BCA-4D33-94C4-9FCFCA4661A0}" srcOrd="0" destOrd="0" presId="urn:microsoft.com/office/officeart/2011/layout/CircleProcess"/>
    <dgm:cxn modelId="{71B4EFE3-B182-478C-BC40-3DDE94A34A6F}" type="presParOf" srcId="{24B462D5-BF8C-4B32-BE41-94FD98A9C44B}" destId="{51D7E31B-1ADB-4CC9-AD23-82BB51439C88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81BD38-9893-428E-A96D-F92C03C4E5C6}" type="doc">
      <dgm:prSet loTypeId="urn:diagrams.loki3.com/BracketList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785209FA-1293-4562-BEC8-01BF5225C862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Noise Modelling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10DA3A-7076-4C18-A824-ED80F0F085A0}" type="parTrans" cxnId="{1C3938F2-E037-47F8-A143-B3538F5B7A45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321F31-94EC-4D3A-BC7C-12A1E049A468}" type="sibTrans" cxnId="{1C3938F2-E037-47F8-A143-B3538F5B7A45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71B4A3-0574-4B2C-959E-08759DC48433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Train GAN models to replicate AWGN / </a:t>
          </a:r>
          <a:r>
            <a:rPr lang="en-US" sz="900" dirty="0" err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Coloured</a:t>
          </a: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 noise statistically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F44101-3F24-43FF-8D82-22939986C935}" type="parTrans" cxnId="{483FA253-C607-40A6-9F0A-A8FC49EE50D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4C9472-AE33-4AAD-B8D2-CEC719C6F471}" type="sibTrans" cxnId="{483FA253-C607-40A6-9F0A-A8FC49EE50D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4566E0-7487-4FAD-A568-1BAA9D380125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Encrypted Embedding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2026A1-F232-4AE8-BD2F-6B8D8C7A4921}" type="parTrans" cxnId="{29758B69-B1FF-444B-8586-F745A4A61071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FFFC46-2889-4C7D-9565-EEDE907A5869}" type="sibTrans" cxnId="{29758B69-B1FF-444B-8586-F745A4A61071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BFFC74-A0FA-458C-A977-4CDE1F6B2352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AES-128-CTR + Reed-Solomon ECC for secure, error-resilient payload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AB21EC-4B3D-4C28-92CA-5D755313E7EE}" type="parTrans" cxnId="{B650E0AC-E2AF-4D57-9F61-F83D48D0DD63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F2FF6D-CD32-490A-AC3A-7BA1409103BF}" type="sibTrans" cxnId="{B650E0AC-E2AF-4D57-9F61-F83D48D0DD63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466844-35AA-4B23-8495-3BA4772D7AA2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Detection Avoidance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E888F4-CE60-4285-B6D3-9F276CBD89A0}" type="parTrans" cxnId="{EC07504B-38D4-4C80-9D7A-FD886CBED8C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2F61B9-B5A6-47A6-8907-2D013B46404E}" type="sibTrans" cxnId="{EC07504B-38D4-4C80-9D7A-FD886CBED8C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139518-1A16-4338-B1A2-3238C7E7BC07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Adversarial training with 9-component loss; &lt; 60% CNN detection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771D9A-9636-47D6-825E-2C85114A4A77}" type="parTrans" cxnId="{B5254B29-5049-4AB7-B607-18FD2CC3ADF2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0699EB-DCB0-4A75-A507-144F0D518CEC}" type="sibTrans" cxnId="{B5254B29-5049-4AB7-B607-18FD2CC3ADF2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70E115-C7C8-4DB2-AC68-8B07C08279FE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 Export &amp; Framing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1987EE-AE96-4600-BF17-BEEA97226727}" type="parTrans" cxnId="{61BC5E94-5009-4882-B07B-E6413F555020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12BEA9-3209-4598-8400-FA283E7EDFA2}" type="sibTrans" cxnId="{61BC5E94-5009-4882-B07B-E6413F555020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545A0B-C54E-4FEF-A5ED-F7F6A4058E83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Complex64 IQ files compatible with </a:t>
          </a:r>
          <a:r>
            <a:rPr lang="en-US" sz="900" dirty="0" err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BladeRF</a:t>
          </a: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 + GNU Radio Companion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0A2BDD-F1BF-4540-A184-3B2BCC029799}" type="parTrans" cxnId="{9A0FD94D-9EB5-45BF-98C6-A65F59F2D81C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6319B2-A005-44AF-967C-1B46CAB3F36D}" type="sibTrans" cxnId="{9A0FD94D-9EB5-45BF-98C6-A65F59F2D81C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88A33A-79C6-4383-9066-700C27B58240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E2E Comms Pipeline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55E176-EB66-4A05-93D9-DA9364D17D61}" type="parTrans" cxnId="{FA447CE9-159F-4946-9C61-49170D0DBAAF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81E41F-868F-45B7-A130-5D011C6867F1}" type="sibTrans" cxnId="{FA447CE9-159F-4946-9C61-49170D0DBAAF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59201E-3E7E-4556-9C9A-172451E48971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Full TX → Channel → RX loopback with OTA hardware validation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515B4D-18F7-42E8-8FFE-852A93C6693D}" type="parTrans" cxnId="{034B6049-4671-4A2E-B993-0585EF277CA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0DC6BD-4DDF-4473-AB02-1581C801F527}" type="sibTrans" cxnId="{034B6049-4671-4A2E-B993-0585EF277CA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4A6924-6ED4-4D0E-A5FC-7C1624B6FDDE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Robust Communication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B25E0F-54A2-410D-B867-16A5F82DA5D5}" type="parTrans" cxnId="{8D58890C-EF00-48EB-A9F3-84DCE0EC0B7B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39971A-70AD-4E2A-B5B0-C16E771BA1B7}" type="sibTrans" cxnId="{8D58890C-EF00-48EB-A9F3-84DCE0EC0B7B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030458-350B-4D10-8593-CAB318BD641A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Zero BER from –10 to +10 dB SNR under 5 simultaneous RF impairments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B59E6D-225C-4491-8080-4026C00FB27A}" type="parTrans" cxnId="{AAB84C5F-1F11-4B08-BDAB-F77118E91EE3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C66110-7E5F-4903-A104-1EFA3139C06E}" type="sibTrans" cxnId="{AAB84C5F-1F11-4B08-BDAB-F77118E91EE3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D1D1F6-FD21-49DF-872A-83E6F7458069}">
      <dgm:prSet phldrT="[Text]" custT="1"/>
      <dgm:spPr/>
      <dgm:t>
        <a:bodyPr/>
        <a:lstStyle/>
        <a:p>
          <a:r>
            <a:rPr lang="en-US" sz="900" b="1" u="sng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Adversarial Testing</a:t>
          </a:r>
          <a:endParaRPr lang="en-IN" sz="900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68F58C-B0EA-4DF1-AA7F-64BB4717778A}" type="parTrans" cxnId="{D397CA55-EB22-42EF-B394-2DD9A7BACFFA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727348-BD5A-467D-A5B5-937BDC9A6CF2}" type="sibTrans" cxnId="{D397CA55-EB22-42EF-B394-2DD9A7BACFFA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438CE2-8A6B-4F5E-9572-B64AA9B694E0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8-domain EW evaluation + few-shot resistance across n = 10 to 2000</a:t>
          </a:r>
          <a:endParaRPr lang="en-IN" sz="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2B2907-DC6A-4C39-B807-173560AAC0AE}" type="parTrans" cxnId="{BA0E8502-0756-4D70-B51A-FEF607CDA76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CB6A72-588D-458B-828B-932DF78B725C}" type="sibTrans" cxnId="{BA0E8502-0756-4D70-B51A-FEF607CDA76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9CBFA6-FDBB-4B7C-846F-A36330A78EF8}" type="pres">
      <dgm:prSet presAssocID="{6581BD38-9893-428E-A96D-F92C03C4E5C6}" presName="Name0" presStyleCnt="0">
        <dgm:presLayoutVars>
          <dgm:dir/>
          <dgm:animLvl val="lvl"/>
          <dgm:resizeHandles val="exact"/>
        </dgm:presLayoutVars>
      </dgm:prSet>
      <dgm:spPr/>
    </dgm:pt>
    <dgm:pt modelId="{8912FFC0-193A-49F4-9C93-3451273C3D0B}" type="pres">
      <dgm:prSet presAssocID="{785209FA-1293-4562-BEC8-01BF5225C862}" presName="linNode" presStyleCnt="0"/>
      <dgm:spPr/>
    </dgm:pt>
    <dgm:pt modelId="{34240408-C559-45B5-B53B-15358EB632A1}" type="pres">
      <dgm:prSet presAssocID="{785209FA-1293-4562-BEC8-01BF5225C862}" presName="parTx" presStyleLbl="revTx" presStyleIdx="0" presStyleCnt="7">
        <dgm:presLayoutVars>
          <dgm:chMax val="1"/>
          <dgm:bulletEnabled val="1"/>
        </dgm:presLayoutVars>
      </dgm:prSet>
      <dgm:spPr/>
    </dgm:pt>
    <dgm:pt modelId="{DD704272-B595-4B41-A2BA-07CBED1F7C42}" type="pres">
      <dgm:prSet presAssocID="{785209FA-1293-4562-BEC8-01BF5225C862}" presName="bracket" presStyleLbl="parChTrans1D1" presStyleIdx="0" presStyleCnt="7"/>
      <dgm:spPr/>
    </dgm:pt>
    <dgm:pt modelId="{AEBC1933-5A95-4FF4-936F-618B1519F34E}" type="pres">
      <dgm:prSet presAssocID="{785209FA-1293-4562-BEC8-01BF5225C862}" presName="spH" presStyleCnt="0"/>
      <dgm:spPr/>
    </dgm:pt>
    <dgm:pt modelId="{97CA21C6-1394-4DF4-9511-393EC5644DC8}" type="pres">
      <dgm:prSet presAssocID="{785209FA-1293-4562-BEC8-01BF5225C862}" presName="desTx" presStyleLbl="node1" presStyleIdx="0" presStyleCnt="7">
        <dgm:presLayoutVars>
          <dgm:bulletEnabled val="1"/>
        </dgm:presLayoutVars>
      </dgm:prSet>
      <dgm:spPr/>
    </dgm:pt>
    <dgm:pt modelId="{96469108-188C-4E21-A4CD-7C52C697626D}" type="pres">
      <dgm:prSet presAssocID="{9E321F31-94EC-4D3A-BC7C-12A1E049A468}" presName="spV" presStyleCnt="0"/>
      <dgm:spPr/>
    </dgm:pt>
    <dgm:pt modelId="{A7CBF80B-BF04-4A19-99DC-2F6E83DA5C63}" type="pres">
      <dgm:prSet presAssocID="{B74566E0-7487-4FAD-A568-1BAA9D380125}" presName="linNode" presStyleCnt="0"/>
      <dgm:spPr/>
    </dgm:pt>
    <dgm:pt modelId="{68E74926-2CA7-4D88-BE2D-557F6CE43475}" type="pres">
      <dgm:prSet presAssocID="{B74566E0-7487-4FAD-A568-1BAA9D380125}" presName="parTx" presStyleLbl="revTx" presStyleIdx="1" presStyleCnt="7">
        <dgm:presLayoutVars>
          <dgm:chMax val="1"/>
          <dgm:bulletEnabled val="1"/>
        </dgm:presLayoutVars>
      </dgm:prSet>
      <dgm:spPr/>
    </dgm:pt>
    <dgm:pt modelId="{6A2D0D8E-2BE6-4993-90FC-D6622A429B6F}" type="pres">
      <dgm:prSet presAssocID="{B74566E0-7487-4FAD-A568-1BAA9D380125}" presName="bracket" presStyleLbl="parChTrans1D1" presStyleIdx="1" presStyleCnt="7"/>
      <dgm:spPr/>
    </dgm:pt>
    <dgm:pt modelId="{4E0B40E3-6BBB-4415-8273-D92B2C9F96D9}" type="pres">
      <dgm:prSet presAssocID="{B74566E0-7487-4FAD-A568-1BAA9D380125}" presName="spH" presStyleCnt="0"/>
      <dgm:spPr/>
    </dgm:pt>
    <dgm:pt modelId="{220951AC-4FED-415A-929C-CC31CA768E58}" type="pres">
      <dgm:prSet presAssocID="{B74566E0-7487-4FAD-A568-1BAA9D380125}" presName="desTx" presStyleLbl="node1" presStyleIdx="1" presStyleCnt="7">
        <dgm:presLayoutVars>
          <dgm:bulletEnabled val="1"/>
        </dgm:presLayoutVars>
      </dgm:prSet>
      <dgm:spPr/>
    </dgm:pt>
    <dgm:pt modelId="{9B401E54-9928-41DE-B80B-1719578EB532}" type="pres">
      <dgm:prSet presAssocID="{77FFFC46-2889-4C7D-9565-EEDE907A5869}" presName="spV" presStyleCnt="0"/>
      <dgm:spPr/>
    </dgm:pt>
    <dgm:pt modelId="{F6E14160-06A0-4011-B454-571A340BAA30}" type="pres">
      <dgm:prSet presAssocID="{2C466844-35AA-4B23-8495-3BA4772D7AA2}" presName="linNode" presStyleCnt="0"/>
      <dgm:spPr/>
    </dgm:pt>
    <dgm:pt modelId="{8B1337F8-39BA-406A-AE79-C4C8E59A5AB6}" type="pres">
      <dgm:prSet presAssocID="{2C466844-35AA-4B23-8495-3BA4772D7AA2}" presName="parTx" presStyleLbl="revTx" presStyleIdx="2" presStyleCnt="7">
        <dgm:presLayoutVars>
          <dgm:chMax val="1"/>
          <dgm:bulletEnabled val="1"/>
        </dgm:presLayoutVars>
      </dgm:prSet>
      <dgm:spPr/>
    </dgm:pt>
    <dgm:pt modelId="{74AFA6A5-CA51-43A8-BA3F-87A43D938D1C}" type="pres">
      <dgm:prSet presAssocID="{2C466844-35AA-4B23-8495-3BA4772D7AA2}" presName="bracket" presStyleLbl="parChTrans1D1" presStyleIdx="2" presStyleCnt="7"/>
      <dgm:spPr/>
    </dgm:pt>
    <dgm:pt modelId="{1AC328D3-D4F3-482F-998F-CCE70B27611C}" type="pres">
      <dgm:prSet presAssocID="{2C466844-35AA-4B23-8495-3BA4772D7AA2}" presName="spH" presStyleCnt="0"/>
      <dgm:spPr/>
    </dgm:pt>
    <dgm:pt modelId="{FD724228-EDC8-4B37-9214-BCCCC1BD6949}" type="pres">
      <dgm:prSet presAssocID="{2C466844-35AA-4B23-8495-3BA4772D7AA2}" presName="desTx" presStyleLbl="node1" presStyleIdx="2" presStyleCnt="7">
        <dgm:presLayoutVars>
          <dgm:bulletEnabled val="1"/>
        </dgm:presLayoutVars>
      </dgm:prSet>
      <dgm:spPr/>
    </dgm:pt>
    <dgm:pt modelId="{3250F885-93CC-4D86-BDD2-FEEAAAF09474}" type="pres">
      <dgm:prSet presAssocID="{5C2F61B9-B5A6-47A6-8907-2D013B46404E}" presName="spV" presStyleCnt="0"/>
      <dgm:spPr/>
    </dgm:pt>
    <dgm:pt modelId="{9F4C728D-C2C7-41FC-8F1D-4F5F2F1C3124}" type="pres">
      <dgm:prSet presAssocID="{9770E115-C7C8-4DB2-AC68-8B07C08279FE}" presName="linNode" presStyleCnt="0"/>
      <dgm:spPr/>
    </dgm:pt>
    <dgm:pt modelId="{A73B2561-238F-43AD-B763-0CD994012DFC}" type="pres">
      <dgm:prSet presAssocID="{9770E115-C7C8-4DB2-AC68-8B07C08279FE}" presName="parTx" presStyleLbl="revTx" presStyleIdx="3" presStyleCnt="7">
        <dgm:presLayoutVars>
          <dgm:chMax val="1"/>
          <dgm:bulletEnabled val="1"/>
        </dgm:presLayoutVars>
      </dgm:prSet>
      <dgm:spPr/>
    </dgm:pt>
    <dgm:pt modelId="{A6D5D6AD-712C-4654-B72C-B82AA687CD11}" type="pres">
      <dgm:prSet presAssocID="{9770E115-C7C8-4DB2-AC68-8B07C08279FE}" presName="bracket" presStyleLbl="parChTrans1D1" presStyleIdx="3" presStyleCnt="7"/>
      <dgm:spPr/>
    </dgm:pt>
    <dgm:pt modelId="{D3B41722-5A69-4A21-88D7-ED045A949B13}" type="pres">
      <dgm:prSet presAssocID="{9770E115-C7C8-4DB2-AC68-8B07C08279FE}" presName="spH" presStyleCnt="0"/>
      <dgm:spPr/>
    </dgm:pt>
    <dgm:pt modelId="{FBCEEF81-0C55-459E-A2AE-2B826ADC3A10}" type="pres">
      <dgm:prSet presAssocID="{9770E115-C7C8-4DB2-AC68-8B07C08279FE}" presName="desTx" presStyleLbl="node1" presStyleIdx="3" presStyleCnt="7">
        <dgm:presLayoutVars>
          <dgm:bulletEnabled val="1"/>
        </dgm:presLayoutVars>
      </dgm:prSet>
      <dgm:spPr/>
    </dgm:pt>
    <dgm:pt modelId="{65FA636F-66E4-4797-8E59-1AEA098ACD4C}" type="pres">
      <dgm:prSet presAssocID="{D212BEA9-3209-4598-8400-FA283E7EDFA2}" presName="spV" presStyleCnt="0"/>
      <dgm:spPr/>
    </dgm:pt>
    <dgm:pt modelId="{C682A081-C27E-44F1-AA37-A284206DB685}" type="pres">
      <dgm:prSet presAssocID="{0188A33A-79C6-4383-9066-700C27B58240}" presName="linNode" presStyleCnt="0"/>
      <dgm:spPr/>
    </dgm:pt>
    <dgm:pt modelId="{F434D892-5C1B-45A8-90DB-D91939A11DC6}" type="pres">
      <dgm:prSet presAssocID="{0188A33A-79C6-4383-9066-700C27B58240}" presName="parTx" presStyleLbl="revTx" presStyleIdx="4" presStyleCnt="7">
        <dgm:presLayoutVars>
          <dgm:chMax val="1"/>
          <dgm:bulletEnabled val="1"/>
        </dgm:presLayoutVars>
      </dgm:prSet>
      <dgm:spPr/>
    </dgm:pt>
    <dgm:pt modelId="{4343C5FE-6AF4-4DF1-A6A0-5B37D7F148FB}" type="pres">
      <dgm:prSet presAssocID="{0188A33A-79C6-4383-9066-700C27B58240}" presName="bracket" presStyleLbl="parChTrans1D1" presStyleIdx="4" presStyleCnt="7"/>
      <dgm:spPr/>
    </dgm:pt>
    <dgm:pt modelId="{EE3D3B13-20F6-481D-A7E4-A50E4DB0F069}" type="pres">
      <dgm:prSet presAssocID="{0188A33A-79C6-4383-9066-700C27B58240}" presName="spH" presStyleCnt="0"/>
      <dgm:spPr/>
    </dgm:pt>
    <dgm:pt modelId="{359D12A1-58FE-4C36-80B4-DAB80DF40E81}" type="pres">
      <dgm:prSet presAssocID="{0188A33A-79C6-4383-9066-700C27B58240}" presName="desTx" presStyleLbl="node1" presStyleIdx="4" presStyleCnt="7">
        <dgm:presLayoutVars>
          <dgm:bulletEnabled val="1"/>
        </dgm:presLayoutVars>
      </dgm:prSet>
      <dgm:spPr/>
    </dgm:pt>
    <dgm:pt modelId="{E47E50B5-01A5-43DA-9C38-3C47A3ED69D7}" type="pres">
      <dgm:prSet presAssocID="{F681E41F-868F-45B7-A130-5D011C6867F1}" presName="spV" presStyleCnt="0"/>
      <dgm:spPr/>
    </dgm:pt>
    <dgm:pt modelId="{91D7BF28-6982-4741-9745-94A1ECC98A73}" type="pres">
      <dgm:prSet presAssocID="{AC4A6924-6ED4-4D0E-A5FC-7C1624B6FDDE}" presName="linNode" presStyleCnt="0"/>
      <dgm:spPr/>
    </dgm:pt>
    <dgm:pt modelId="{7699EDFD-289F-4AC9-9EF0-555D28E1D80D}" type="pres">
      <dgm:prSet presAssocID="{AC4A6924-6ED4-4D0E-A5FC-7C1624B6FDDE}" presName="parTx" presStyleLbl="revTx" presStyleIdx="5" presStyleCnt="7">
        <dgm:presLayoutVars>
          <dgm:chMax val="1"/>
          <dgm:bulletEnabled val="1"/>
        </dgm:presLayoutVars>
      </dgm:prSet>
      <dgm:spPr/>
    </dgm:pt>
    <dgm:pt modelId="{A2C8EA86-1FD7-4D95-B52F-0F205CAC9801}" type="pres">
      <dgm:prSet presAssocID="{AC4A6924-6ED4-4D0E-A5FC-7C1624B6FDDE}" presName="bracket" presStyleLbl="parChTrans1D1" presStyleIdx="5" presStyleCnt="7"/>
      <dgm:spPr/>
    </dgm:pt>
    <dgm:pt modelId="{305C4956-A40D-4910-BDD3-21E03374FBAB}" type="pres">
      <dgm:prSet presAssocID="{AC4A6924-6ED4-4D0E-A5FC-7C1624B6FDDE}" presName="spH" presStyleCnt="0"/>
      <dgm:spPr/>
    </dgm:pt>
    <dgm:pt modelId="{65C566B4-E7EE-459A-B5A2-7D4305798158}" type="pres">
      <dgm:prSet presAssocID="{AC4A6924-6ED4-4D0E-A5FC-7C1624B6FDDE}" presName="desTx" presStyleLbl="node1" presStyleIdx="5" presStyleCnt="7">
        <dgm:presLayoutVars>
          <dgm:bulletEnabled val="1"/>
        </dgm:presLayoutVars>
      </dgm:prSet>
      <dgm:spPr/>
    </dgm:pt>
    <dgm:pt modelId="{5926CE9C-3A94-4409-8FB7-9BA99F80FFBA}" type="pres">
      <dgm:prSet presAssocID="{9939971A-70AD-4E2A-B5B0-C16E771BA1B7}" presName="spV" presStyleCnt="0"/>
      <dgm:spPr/>
    </dgm:pt>
    <dgm:pt modelId="{1550802B-5465-4A04-963F-285A05A9E131}" type="pres">
      <dgm:prSet presAssocID="{2DD1D1F6-FD21-49DF-872A-83E6F7458069}" presName="linNode" presStyleCnt="0"/>
      <dgm:spPr/>
    </dgm:pt>
    <dgm:pt modelId="{B7859641-81FF-48DB-B75A-36C6BB3B8690}" type="pres">
      <dgm:prSet presAssocID="{2DD1D1F6-FD21-49DF-872A-83E6F7458069}" presName="parTx" presStyleLbl="revTx" presStyleIdx="6" presStyleCnt="7">
        <dgm:presLayoutVars>
          <dgm:chMax val="1"/>
          <dgm:bulletEnabled val="1"/>
        </dgm:presLayoutVars>
      </dgm:prSet>
      <dgm:spPr/>
    </dgm:pt>
    <dgm:pt modelId="{E9F78797-9CF9-4F6B-AA52-2D6D04C82D4F}" type="pres">
      <dgm:prSet presAssocID="{2DD1D1F6-FD21-49DF-872A-83E6F7458069}" presName="bracket" presStyleLbl="parChTrans1D1" presStyleIdx="6" presStyleCnt="7"/>
      <dgm:spPr/>
    </dgm:pt>
    <dgm:pt modelId="{33F465DD-2DFF-4669-9233-18B7A7FDC3C8}" type="pres">
      <dgm:prSet presAssocID="{2DD1D1F6-FD21-49DF-872A-83E6F7458069}" presName="spH" presStyleCnt="0"/>
      <dgm:spPr/>
    </dgm:pt>
    <dgm:pt modelId="{A4254388-2AE7-41E5-963D-6C890249EF6C}" type="pres">
      <dgm:prSet presAssocID="{2DD1D1F6-FD21-49DF-872A-83E6F7458069}" presName="desTx" presStyleLbl="node1" presStyleIdx="6" presStyleCnt="7">
        <dgm:presLayoutVars>
          <dgm:bulletEnabled val="1"/>
        </dgm:presLayoutVars>
      </dgm:prSet>
      <dgm:spPr/>
    </dgm:pt>
  </dgm:ptLst>
  <dgm:cxnLst>
    <dgm:cxn modelId="{BA0E8502-0756-4D70-B51A-FEF607CDA769}" srcId="{2DD1D1F6-FD21-49DF-872A-83E6F7458069}" destId="{E2438CE2-8A6B-4F5E-9572-B64AA9B694E0}" srcOrd="0" destOrd="0" parTransId="{CB2B2907-DC6A-4C39-B807-173560AAC0AE}" sibTransId="{A0CB6A72-588D-458B-828B-932DF78B725C}"/>
    <dgm:cxn modelId="{31DF1A04-CF4F-4D3F-BD99-8109BB797D92}" type="presOf" srcId="{9770E115-C7C8-4DB2-AC68-8B07C08279FE}" destId="{A73B2561-238F-43AD-B763-0CD994012DFC}" srcOrd="0" destOrd="0" presId="urn:diagrams.loki3.com/BracketList"/>
    <dgm:cxn modelId="{8D58890C-EF00-48EB-A9F3-84DCE0EC0B7B}" srcId="{6581BD38-9893-428E-A96D-F92C03C4E5C6}" destId="{AC4A6924-6ED4-4D0E-A5FC-7C1624B6FDDE}" srcOrd="5" destOrd="0" parTransId="{00B25E0F-54A2-410D-B867-16A5F82DA5D5}" sibTransId="{9939971A-70AD-4E2A-B5B0-C16E771BA1B7}"/>
    <dgm:cxn modelId="{B6074727-E8F4-4707-BF41-B34C2035B8E6}" type="presOf" srcId="{2C466844-35AA-4B23-8495-3BA4772D7AA2}" destId="{8B1337F8-39BA-406A-AE79-C4C8E59A5AB6}" srcOrd="0" destOrd="0" presId="urn:diagrams.loki3.com/BracketList"/>
    <dgm:cxn modelId="{B5254B29-5049-4AB7-B607-18FD2CC3ADF2}" srcId="{2C466844-35AA-4B23-8495-3BA4772D7AA2}" destId="{D9139518-1A16-4338-B1A2-3238C7E7BC07}" srcOrd="0" destOrd="0" parTransId="{8C771D9A-9636-47D6-825E-2C85114A4A77}" sibTransId="{360699EB-DCB0-4A75-A507-144F0D518CEC}"/>
    <dgm:cxn modelId="{374EAE3B-BAC5-4F10-A0AB-52E3FBC10D53}" type="presOf" srcId="{CF545A0B-C54E-4FEF-A5ED-F7F6A4058E83}" destId="{FBCEEF81-0C55-459E-A2AE-2B826ADC3A10}" srcOrd="0" destOrd="0" presId="urn:diagrams.loki3.com/BracketList"/>
    <dgm:cxn modelId="{AAB84C5F-1F11-4B08-BDAB-F77118E91EE3}" srcId="{AC4A6924-6ED4-4D0E-A5FC-7C1624B6FDDE}" destId="{1C030458-350B-4D10-8593-CAB318BD641A}" srcOrd="0" destOrd="0" parTransId="{04B59E6D-225C-4491-8080-4026C00FB27A}" sibTransId="{B3C66110-7E5F-4903-A104-1EFA3139C06E}"/>
    <dgm:cxn modelId="{11787861-5EAA-4434-AE5C-82E0C5D8260D}" type="presOf" srcId="{6581BD38-9893-428E-A96D-F92C03C4E5C6}" destId="{459CBFA6-FDBB-4B7C-846F-A36330A78EF8}" srcOrd="0" destOrd="0" presId="urn:diagrams.loki3.com/BracketList"/>
    <dgm:cxn modelId="{034B6049-4671-4A2E-B993-0585EF277CAD}" srcId="{0188A33A-79C6-4383-9066-700C27B58240}" destId="{CA59201E-3E7E-4556-9C9A-172451E48971}" srcOrd="0" destOrd="0" parTransId="{1B515B4D-18F7-42E8-8FFE-852A93C6693D}" sibTransId="{8E0DC6BD-4DDF-4473-AB02-1581C801F527}"/>
    <dgm:cxn modelId="{29758B69-B1FF-444B-8586-F745A4A61071}" srcId="{6581BD38-9893-428E-A96D-F92C03C4E5C6}" destId="{B74566E0-7487-4FAD-A568-1BAA9D380125}" srcOrd="1" destOrd="0" parTransId="{992026A1-F232-4AE8-BD2F-6B8D8C7A4921}" sibTransId="{77FFFC46-2889-4C7D-9565-EEDE907A5869}"/>
    <dgm:cxn modelId="{EC07504B-38D4-4C80-9D7A-FD886CBED8CD}" srcId="{6581BD38-9893-428E-A96D-F92C03C4E5C6}" destId="{2C466844-35AA-4B23-8495-3BA4772D7AA2}" srcOrd="2" destOrd="0" parTransId="{98E888F4-CE60-4285-B6D3-9F276CBD89A0}" sibTransId="{5C2F61B9-B5A6-47A6-8907-2D013B46404E}"/>
    <dgm:cxn modelId="{0E19DA4C-839C-4163-BEEE-3D4DB53F3BB3}" type="presOf" srcId="{5E71B4A3-0574-4B2C-959E-08759DC48433}" destId="{97CA21C6-1394-4DF4-9511-393EC5644DC8}" srcOrd="0" destOrd="0" presId="urn:diagrams.loki3.com/BracketList"/>
    <dgm:cxn modelId="{9A0FD94D-9EB5-45BF-98C6-A65F59F2D81C}" srcId="{9770E115-C7C8-4DB2-AC68-8B07C08279FE}" destId="{CF545A0B-C54E-4FEF-A5ED-F7F6A4058E83}" srcOrd="0" destOrd="0" parTransId="{780A2BDD-F1BF-4540-A184-3B2BCC029799}" sibTransId="{766319B2-A005-44AF-967C-1B46CAB3F36D}"/>
    <dgm:cxn modelId="{483FA253-C607-40A6-9F0A-A8FC49EE50D8}" srcId="{785209FA-1293-4562-BEC8-01BF5225C862}" destId="{5E71B4A3-0574-4B2C-959E-08759DC48433}" srcOrd="0" destOrd="0" parTransId="{85F44101-3F24-43FF-8D82-22939986C935}" sibTransId="{884C9472-AE33-4AAD-B8D2-CEC719C6F471}"/>
    <dgm:cxn modelId="{D397CA55-EB22-42EF-B394-2DD9A7BACFFA}" srcId="{6581BD38-9893-428E-A96D-F92C03C4E5C6}" destId="{2DD1D1F6-FD21-49DF-872A-83E6F7458069}" srcOrd="6" destOrd="0" parTransId="{2C68F58C-B0EA-4DF1-AA7F-64BB4717778A}" sibTransId="{9B727348-BD5A-467D-A5B5-937BDC9A6CF2}"/>
    <dgm:cxn modelId="{A0C5017E-EE92-4D42-BA60-507A0ACB3CBD}" type="presOf" srcId="{1C030458-350B-4D10-8593-CAB318BD641A}" destId="{65C566B4-E7EE-459A-B5A2-7D4305798158}" srcOrd="0" destOrd="0" presId="urn:diagrams.loki3.com/BracketList"/>
    <dgm:cxn modelId="{461D3F87-C8B9-4596-B5F5-2FBEA7A874AB}" type="presOf" srcId="{2DD1D1F6-FD21-49DF-872A-83E6F7458069}" destId="{B7859641-81FF-48DB-B75A-36C6BB3B8690}" srcOrd="0" destOrd="0" presId="urn:diagrams.loki3.com/BracketList"/>
    <dgm:cxn modelId="{28819D8A-FE18-449E-BDD6-95C0C30AC50E}" type="presOf" srcId="{CA59201E-3E7E-4556-9C9A-172451E48971}" destId="{359D12A1-58FE-4C36-80B4-DAB80DF40E81}" srcOrd="0" destOrd="0" presId="urn:diagrams.loki3.com/BracketList"/>
    <dgm:cxn modelId="{501FAD8A-C3E0-4DB0-86F3-592FF63BAEC4}" type="presOf" srcId="{785209FA-1293-4562-BEC8-01BF5225C862}" destId="{34240408-C559-45B5-B53B-15358EB632A1}" srcOrd="0" destOrd="0" presId="urn:diagrams.loki3.com/BracketList"/>
    <dgm:cxn modelId="{02CD1993-8A7A-45F0-A451-7E10DB7BDD9D}" type="presOf" srcId="{D9139518-1A16-4338-B1A2-3238C7E7BC07}" destId="{FD724228-EDC8-4B37-9214-BCCCC1BD6949}" srcOrd="0" destOrd="0" presId="urn:diagrams.loki3.com/BracketList"/>
    <dgm:cxn modelId="{61BC5E94-5009-4882-B07B-E6413F555020}" srcId="{6581BD38-9893-428E-A96D-F92C03C4E5C6}" destId="{9770E115-C7C8-4DB2-AC68-8B07C08279FE}" srcOrd="3" destOrd="0" parTransId="{471987EE-AE96-4600-BF17-BEEA97226727}" sibTransId="{D212BEA9-3209-4598-8400-FA283E7EDFA2}"/>
    <dgm:cxn modelId="{C4ED21A1-B115-4AA1-8756-3796B3E125F0}" type="presOf" srcId="{E2438CE2-8A6B-4F5E-9572-B64AA9B694E0}" destId="{A4254388-2AE7-41E5-963D-6C890249EF6C}" srcOrd="0" destOrd="0" presId="urn:diagrams.loki3.com/BracketList"/>
    <dgm:cxn modelId="{7A57C3A2-975F-49AA-90C2-84C8D6FE5A15}" type="presOf" srcId="{9FBFFC74-A0FA-458C-A977-4CDE1F6B2352}" destId="{220951AC-4FED-415A-929C-CC31CA768E58}" srcOrd="0" destOrd="0" presId="urn:diagrams.loki3.com/BracketList"/>
    <dgm:cxn modelId="{21216AAA-8C1A-45D8-8CF5-B86C56808AD4}" type="presOf" srcId="{0188A33A-79C6-4383-9066-700C27B58240}" destId="{F434D892-5C1B-45A8-90DB-D91939A11DC6}" srcOrd="0" destOrd="0" presId="urn:diagrams.loki3.com/BracketList"/>
    <dgm:cxn modelId="{B650E0AC-E2AF-4D57-9F61-F83D48D0DD63}" srcId="{B74566E0-7487-4FAD-A568-1BAA9D380125}" destId="{9FBFFC74-A0FA-458C-A977-4CDE1F6B2352}" srcOrd="0" destOrd="0" parTransId="{40AB21EC-4B3D-4C28-92CA-5D755313E7EE}" sibTransId="{ECF2FF6D-CD32-490A-AC3A-7BA1409103BF}"/>
    <dgm:cxn modelId="{FA447CE9-159F-4946-9C61-49170D0DBAAF}" srcId="{6581BD38-9893-428E-A96D-F92C03C4E5C6}" destId="{0188A33A-79C6-4383-9066-700C27B58240}" srcOrd="4" destOrd="0" parTransId="{7C55E176-EB66-4A05-93D9-DA9364D17D61}" sibTransId="{F681E41F-868F-45B7-A130-5D011C6867F1}"/>
    <dgm:cxn modelId="{EB061BEC-EA0A-4386-982A-52C067D097D0}" type="presOf" srcId="{AC4A6924-6ED4-4D0E-A5FC-7C1624B6FDDE}" destId="{7699EDFD-289F-4AC9-9EF0-555D28E1D80D}" srcOrd="0" destOrd="0" presId="urn:diagrams.loki3.com/BracketList"/>
    <dgm:cxn modelId="{1C3938F2-E037-47F8-A143-B3538F5B7A45}" srcId="{6581BD38-9893-428E-A96D-F92C03C4E5C6}" destId="{785209FA-1293-4562-BEC8-01BF5225C862}" srcOrd="0" destOrd="0" parTransId="{AA10DA3A-7076-4C18-A824-ED80F0F085A0}" sibTransId="{9E321F31-94EC-4D3A-BC7C-12A1E049A468}"/>
    <dgm:cxn modelId="{F87291F8-9EE8-48CE-9F44-DECDF57C9F40}" type="presOf" srcId="{B74566E0-7487-4FAD-A568-1BAA9D380125}" destId="{68E74926-2CA7-4D88-BE2D-557F6CE43475}" srcOrd="0" destOrd="0" presId="urn:diagrams.loki3.com/BracketList"/>
    <dgm:cxn modelId="{8A3B4925-E2B6-42C1-A845-0282DF004EB2}" type="presParOf" srcId="{459CBFA6-FDBB-4B7C-846F-A36330A78EF8}" destId="{8912FFC0-193A-49F4-9C93-3451273C3D0B}" srcOrd="0" destOrd="0" presId="urn:diagrams.loki3.com/BracketList"/>
    <dgm:cxn modelId="{6B16046E-4543-4242-83F5-38DD9ED5153F}" type="presParOf" srcId="{8912FFC0-193A-49F4-9C93-3451273C3D0B}" destId="{34240408-C559-45B5-B53B-15358EB632A1}" srcOrd="0" destOrd="0" presId="urn:diagrams.loki3.com/BracketList"/>
    <dgm:cxn modelId="{4BDFBE26-B5AD-4016-B74E-AF2943A7FB4E}" type="presParOf" srcId="{8912FFC0-193A-49F4-9C93-3451273C3D0B}" destId="{DD704272-B595-4B41-A2BA-07CBED1F7C42}" srcOrd="1" destOrd="0" presId="urn:diagrams.loki3.com/BracketList"/>
    <dgm:cxn modelId="{9D0B9F42-A678-401C-98DE-57E3BAC78EF1}" type="presParOf" srcId="{8912FFC0-193A-49F4-9C93-3451273C3D0B}" destId="{AEBC1933-5A95-4FF4-936F-618B1519F34E}" srcOrd="2" destOrd="0" presId="urn:diagrams.loki3.com/BracketList"/>
    <dgm:cxn modelId="{FAB6C314-5C43-4674-B03F-80156FF1C873}" type="presParOf" srcId="{8912FFC0-193A-49F4-9C93-3451273C3D0B}" destId="{97CA21C6-1394-4DF4-9511-393EC5644DC8}" srcOrd="3" destOrd="0" presId="urn:diagrams.loki3.com/BracketList"/>
    <dgm:cxn modelId="{3D692C47-7ED4-461F-96DA-D81AB0DFEF16}" type="presParOf" srcId="{459CBFA6-FDBB-4B7C-846F-A36330A78EF8}" destId="{96469108-188C-4E21-A4CD-7C52C697626D}" srcOrd="1" destOrd="0" presId="urn:diagrams.loki3.com/BracketList"/>
    <dgm:cxn modelId="{133FED65-562B-42C7-B252-8930D657CB04}" type="presParOf" srcId="{459CBFA6-FDBB-4B7C-846F-A36330A78EF8}" destId="{A7CBF80B-BF04-4A19-99DC-2F6E83DA5C63}" srcOrd="2" destOrd="0" presId="urn:diagrams.loki3.com/BracketList"/>
    <dgm:cxn modelId="{9BF9DC8B-BFD9-4A5C-A3F9-D03D08CE90F8}" type="presParOf" srcId="{A7CBF80B-BF04-4A19-99DC-2F6E83DA5C63}" destId="{68E74926-2CA7-4D88-BE2D-557F6CE43475}" srcOrd="0" destOrd="0" presId="urn:diagrams.loki3.com/BracketList"/>
    <dgm:cxn modelId="{761D1271-6BE1-4B8B-8CD4-480939AC03CA}" type="presParOf" srcId="{A7CBF80B-BF04-4A19-99DC-2F6E83DA5C63}" destId="{6A2D0D8E-2BE6-4993-90FC-D6622A429B6F}" srcOrd="1" destOrd="0" presId="urn:diagrams.loki3.com/BracketList"/>
    <dgm:cxn modelId="{E279CA1F-EF09-4E6F-B905-0EFCBCA13392}" type="presParOf" srcId="{A7CBF80B-BF04-4A19-99DC-2F6E83DA5C63}" destId="{4E0B40E3-6BBB-4415-8273-D92B2C9F96D9}" srcOrd="2" destOrd="0" presId="urn:diagrams.loki3.com/BracketList"/>
    <dgm:cxn modelId="{B2D90512-FDB3-4C94-9130-829BED0DA530}" type="presParOf" srcId="{A7CBF80B-BF04-4A19-99DC-2F6E83DA5C63}" destId="{220951AC-4FED-415A-929C-CC31CA768E58}" srcOrd="3" destOrd="0" presId="urn:diagrams.loki3.com/BracketList"/>
    <dgm:cxn modelId="{1102A619-A14F-4A4B-8883-810238930E38}" type="presParOf" srcId="{459CBFA6-FDBB-4B7C-846F-A36330A78EF8}" destId="{9B401E54-9928-41DE-B80B-1719578EB532}" srcOrd="3" destOrd="0" presId="urn:diagrams.loki3.com/BracketList"/>
    <dgm:cxn modelId="{171C245C-50C8-4BC1-8EC6-6B7CE8F66151}" type="presParOf" srcId="{459CBFA6-FDBB-4B7C-846F-A36330A78EF8}" destId="{F6E14160-06A0-4011-B454-571A340BAA30}" srcOrd="4" destOrd="0" presId="urn:diagrams.loki3.com/BracketList"/>
    <dgm:cxn modelId="{72E23032-047F-4206-A3D3-AA8610091EC2}" type="presParOf" srcId="{F6E14160-06A0-4011-B454-571A340BAA30}" destId="{8B1337F8-39BA-406A-AE79-C4C8E59A5AB6}" srcOrd="0" destOrd="0" presId="urn:diagrams.loki3.com/BracketList"/>
    <dgm:cxn modelId="{58B457B8-DEA0-4D2D-B0C3-123483C18FA2}" type="presParOf" srcId="{F6E14160-06A0-4011-B454-571A340BAA30}" destId="{74AFA6A5-CA51-43A8-BA3F-87A43D938D1C}" srcOrd="1" destOrd="0" presId="urn:diagrams.loki3.com/BracketList"/>
    <dgm:cxn modelId="{980D48E9-1640-4654-8EA0-ED6D3D20C651}" type="presParOf" srcId="{F6E14160-06A0-4011-B454-571A340BAA30}" destId="{1AC328D3-D4F3-482F-998F-CCE70B27611C}" srcOrd="2" destOrd="0" presId="urn:diagrams.loki3.com/BracketList"/>
    <dgm:cxn modelId="{0A4D4C76-F799-469F-B3F3-DB25BE68CE84}" type="presParOf" srcId="{F6E14160-06A0-4011-B454-571A340BAA30}" destId="{FD724228-EDC8-4B37-9214-BCCCC1BD6949}" srcOrd="3" destOrd="0" presId="urn:diagrams.loki3.com/BracketList"/>
    <dgm:cxn modelId="{1641425B-12B6-48DA-9B07-E48058C1B3AA}" type="presParOf" srcId="{459CBFA6-FDBB-4B7C-846F-A36330A78EF8}" destId="{3250F885-93CC-4D86-BDD2-FEEAAAF09474}" srcOrd="5" destOrd="0" presId="urn:diagrams.loki3.com/BracketList"/>
    <dgm:cxn modelId="{EDF78925-9191-49BE-8F18-C949D2E5E619}" type="presParOf" srcId="{459CBFA6-FDBB-4B7C-846F-A36330A78EF8}" destId="{9F4C728D-C2C7-41FC-8F1D-4F5F2F1C3124}" srcOrd="6" destOrd="0" presId="urn:diagrams.loki3.com/BracketList"/>
    <dgm:cxn modelId="{C5BD5529-3C17-4083-8A83-BEC7C10224CA}" type="presParOf" srcId="{9F4C728D-C2C7-41FC-8F1D-4F5F2F1C3124}" destId="{A73B2561-238F-43AD-B763-0CD994012DFC}" srcOrd="0" destOrd="0" presId="urn:diagrams.loki3.com/BracketList"/>
    <dgm:cxn modelId="{93147CD7-30DB-4717-9A64-82AE00E9FFDB}" type="presParOf" srcId="{9F4C728D-C2C7-41FC-8F1D-4F5F2F1C3124}" destId="{A6D5D6AD-712C-4654-B72C-B82AA687CD11}" srcOrd="1" destOrd="0" presId="urn:diagrams.loki3.com/BracketList"/>
    <dgm:cxn modelId="{ADEB5EF6-B443-4F9D-9D55-F5F906B40F3C}" type="presParOf" srcId="{9F4C728D-C2C7-41FC-8F1D-4F5F2F1C3124}" destId="{D3B41722-5A69-4A21-88D7-ED045A949B13}" srcOrd="2" destOrd="0" presId="urn:diagrams.loki3.com/BracketList"/>
    <dgm:cxn modelId="{EF66B85F-B9EE-4466-8890-BF83488CE69E}" type="presParOf" srcId="{9F4C728D-C2C7-41FC-8F1D-4F5F2F1C3124}" destId="{FBCEEF81-0C55-459E-A2AE-2B826ADC3A10}" srcOrd="3" destOrd="0" presId="urn:diagrams.loki3.com/BracketList"/>
    <dgm:cxn modelId="{F3F534E3-5DD8-49A5-8735-AFF5AEE05588}" type="presParOf" srcId="{459CBFA6-FDBB-4B7C-846F-A36330A78EF8}" destId="{65FA636F-66E4-4797-8E59-1AEA098ACD4C}" srcOrd="7" destOrd="0" presId="urn:diagrams.loki3.com/BracketList"/>
    <dgm:cxn modelId="{5EE9D190-E9E5-466B-A1BA-8188D131E451}" type="presParOf" srcId="{459CBFA6-FDBB-4B7C-846F-A36330A78EF8}" destId="{C682A081-C27E-44F1-AA37-A284206DB685}" srcOrd="8" destOrd="0" presId="urn:diagrams.loki3.com/BracketList"/>
    <dgm:cxn modelId="{E26414AD-87FC-4EDD-8A59-B675A24DCEBD}" type="presParOf" srcId="{C682A081-C27E-44F1-AA37-A284206DB685}" destId="{F434D892-5C1B-45A8-90DB-D91939A11DC6}" srcOrd="0" destOrd="0" presId="urn:diagrams.loki3.com/BracketList"/>
    <dgm:cxn modelId="{D38F12C8-42EC-40F9-86AA-6D95B5EB8261}" type="presParOf" srcId="{C682A081-C27E-44F1-AA37-A284206DB685}" destId="{4343C5FE-6AF4-4DF1-A6A0-5B37D7F148FB}" srcOrd="1" destOrd="0" presId="urn:diagrams.loki3.com/BracketList"/>
    <dgm:cxn modelId="{FCF49180-A638-4832-B4BF-4738B976C8E7}" type="presParOf" srcId="{C682A081-C27E-44F1-AA37-A284206DB685}" destId="{EE3D3B13-20F6-481D-A7E4-A50E4DB0F069}" srcOrd="2" destOrd="0" presId="urn:diagrams.loki3.com/BracketList"/>
    <dgm:cxn modelId="{FBDB04E6-396A-4B59-9F22-D8A96E5896E3}" type="presParOf" srcId="{C682A081-C27E-44F1-AA37-A284206DB685}" destId="{359D12A1-58FE-4C36-80B4-DAB80DF40E81}" srcOrd="3" destOrd="0" presId="urn:diagrams.loki3.com/BracketList"/>
    <dgm:cxn modelId="{9ECE34F3-6217-418B-B606-A1AFBF2DCE5A}" type="presParOf" srcId="{459CBFA6-FDBB-4B7C-846F-A36330A78EF8}" destId="{E47E50B5-01A5-43DA-9C38-3C47A3ED69D7}" srcOrd="9" destOrd="0" presId="urn:diagrams.loki3.com/BracketList"/>
    <dgm:cxn modelId="{E2436DE1-4A8E-41C1-BFB5-E6A4B68D1742}" type="presParOf" srcId="{459CBFA6-FDBB-4B7C-846F-A36330A78EF8}" destId="{91D7BF28-6982-4741-9745-94A1ECC98A73}" srcOrd="10" destOrd="0" presId="urn:diagrams.loki3.com/BracketList"/>
    <dgm:cxn modelId="{E8D0BCDF-7D6A-4688-AF12-D91D0EC56084}" type="presParOf" srcId="{91D7BF28-6982-4741-9745-94A1ECC98A73}" destId="{7699EDFD-289F-4AC9-9EF0-555D28E1D80D}" srcOrd="0" destOrd="0" presId="urn:diagrams.loki3.com/BracketList"/>
    <dgm:cxn modelId="{A24937AC-853F-4D30-B87F-B8F070C5A90B}" type="presParOf" srcId="{91D7BF28-6982-4741-9745-94A1ECC98A73}" destId="{A2C8EA86-1FD7-4D95-B52F-0F205CAC9801}" srcOrd="1" destOrd="0" presId="urn:diagrams.loki3.com/BracketList"/>
    <dgm:cxn modelId="{E43186EC-95CE-48A9-8DEB-7C6DD63F32F8}" type="presParOf" srcId="{91D7BF28-6982-4741-9745-94A1ECC98A73}" destId="{305C4956-A40D-4910-BDD3-21E03374FBAB}" srcOrd="2" destOrd="0" presId="urn:diagrams.loki3.com/BracketList"/>
    <dgm:cxn modelId="{8BA83F8E-3F0A-4BD7-BF26-7E78E3C687D1}" type="presParOf" srcId="{91D7BF28-6982-4741-9745-94A1ECC98A73}" destId="{65C566B4-E7EE-459A-B5A2-7D4305798158}" srcOrd="3" destOrd="0" presId="urn:diagrams.loki3.com/BracketList"/>
    <dgm:cxn modelId="{CBB72B43-E4A1-4FAA-B557-F346751117DF}" type="presParOf" srcId="{459CBFA6-FDBB-4B7C-846F-A36330A78EF8}" destId="{5926CE9C-3A94-4409-8FB7-9BA99F80FFBA}" srcOrd="11" destOrd="0" presId="urn:diagrams.loki3.com/BracketList"/>
    <dgm:cxn modelId="{89A39DE6-2E73-44AD-B279-3824485E430C}" type="presParOf" srcId="{459CBFA6-FDBB-4B7C-846F-A36330A78EF8}" destId="{1550802B-5465-4A04-963F-285A05A9E131}" srcOrd="12" destOrd="0" presId="urn:diagrams.loki3.com/BracketList"/>
    <dgm:cxn modelId="{946685FD-E913-4F5A-B685-9052AD9290A9}" type="presParOf" srcId="{1550802B-5465-4A04-963F-285A05A9E131}" destId="{B7859641-81FF-48DB-B75A-36C6BB3B8690}" srcOrd="0" destOrd="0" presId="urn:diagrams.loki3.com/BracketList"/>
    <dgm:cxn modelId="{F60F3631-D690-46E8-97F8-71A3FC606DDE}" type="presParOf" srcId="{1550802B-5465-4A04-963F-285A05A9E131}" destId="{E9F78797-9CF9-4F6B-AA52-2D6D04C82D4F}" srcOrd="1" destOrd="0" presId="urn:diagrams.loki3.com/BracketList"/>
    <dgm:cxn modelId="{D2B9F41B-2D1F-4477-931E-EF59E710E579}" type="presParOf" srcId="{1550802B-5465-4A04-963F-285A05A9E131}" destId="{33F465DD-2DFF-4669-9233-18B7A7FDC3C8}" srcOrd="2" destOrd="0" presId="urn:diagrams.loki3.com/BracketList"/>
    <dgm:cxn modelId="{8E7DEBA8-699F-4AC1-9738-ED42B9C1E011}" type="presParOf" srcId="{1550802B-5465-4A04-963F-285A05A9E131}" destId="{A4254388-2AE7-41E5-963D-6C890249EF6C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328EEC-FACF-438E-9514-7E9574997A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D03ADBE-7F33-4484-A49D-4F53A426EEC8}">
      <dgm:prSet custT="1"/>
      <dgm:spPr>
        <a:solidFill>
          <a:schemeClr val="accent2">
            <a:lumMod val="5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IN" sz="800" b="1" u="sng" dirty="0">
              <a:latin typeface="Arial" panose="020B0604020202020204" pitchFamily="34" charset="0"/>
              <a:cs typeface="Arial" panose="020B0604020202020204" pitchFamily="34" charset="0"/>
            </a:rPr>
            <a:t>Project Objective </a:t>
          </a:r>
        </a:p>
      </dgm:t>
    </dgm:pt>
    <dgm:pt modelId="{D59FB0D7-14BA-40F1-827B-6215870569E3}" type="parTrans" cxnId="{4D8E284C-6BF8-4D11-9FEB-0A8309B4B71B}">
      <dgm:prSet/>
      <dgm:spPr/>
      <dgm:t>
        <a:bodyPr/>
        <a:lstStyle/>
        <a:p>
          <a:endParaRPr lang="en-IN" sz="800"/>
        </a:p>
      </dgm:t>
    </dgm:pt>
    <dgm:pt modelId="{FB63FDA1-3033-4038-9C95-5F040A9F5256}" type="sibTrans" cxnId="{4D8E284C-6BF8-4D11-9FEB-0A8309B4B71B}">
      <dgm:prSet/>
      <dgm:spPr/>
      <dgm:t>
        <a:bodyPr/>
        <a:lstStyle/>
        <a:p>
          <a:endParaRPr lang="en-IN" sz="800"/>
        </a:p>
      </dgm:t>
    </dgm:pt>
    <dgm:pt modelId="{3A02DB88-4F10-4C8A-A2B7-80E51AC244C0}">
      <dgm:prSet custT="1"/>
      <dgm:spPr/>
      <dgm:t>
        <a:bodyPr/>
        <a:lstStyle/>
        <a:p>
          <a:endParaRPr lang="en-IN" sz="800" dirty="0"/>
        </a:p>
      </dgm:t>
    </dgm:pt>
    <dgm:pt modelId="{4592495C-2FF7-4A7A-8FE3-F568810A59ED}" type="parTrans" cxnId="{A5315408-E89C-4C43-9AC3-01B47B09C743}">
      <dgm:prSet/>
      <dgm:spPr/>
      <dgm:t>
        <a:bodyPr/>
        <a:lstStyle/>
        <a:p>
          <a:endParaRPr lang="en-IN" sz="800"/>
        </a:p>
      </dgm:t>
    </dgm:pt>
    <dgm:pt modelId="{28A2D85B-85D1-410F-B6EF-946F24F9F970}" type="sibTrans" cxnId="{A5315408-E89C-4C43-9AC3-01B47B09C743}">
      <dgm:prSet/>
      <dgm:spPr/>
      <dgm:t>
        <a:bodyPr/>
        <a:lstStyle/>
        <a:p>
          <a:endParaRPr lang="en-IN" sz="800"/>
        </a:p>
      </dgm:t>
    </dgm:pt>
    <dgm:pt modelId="{64C3CC25-B334-4FF0-95AE-BF2BBA9E4732}">
      <dgm:prSet custT="1"/>
      <dgm:spPr/>
      <dgm:t>
        <a:bodyPr/>
        <a:lstStyle/>
        <a:p>
          <a:r>
            <a:rPr lang="en-IN" sz="800" dirty="0"/>
            <a:t> Statistically similar to </a:t>
          </a:r>
          <a:r>
            <a:rPr lang="en-IN" sz="800"/>
            <a:t>noise.</a:t>
          </a:r>
          <a:endParaRPr lang="en-IN" sz="800" dirty="0"/>
        </a:p>
      </dgm:t>
    </dgm:pt>
    <dgm:pt modelId="{AFAFDE0D-A1A4-4ABF-9D9C-02BA08EF0D83}" type="parTrans" cxnId="{5BFD7B41-964F-4F1E-9343-046355946215}">
      <dgm:prSet/>
      <dgm:spPr/>
      <dgm:t>
        <a:bodyPr/>
        <a:lstStyle/>
        <a:p>
          <a:endParaRPr lang="en-IN" sz="800"/>
        </a:p>
      </dgm:t>
    </dgm:pt>
    <dgm:pt modelId="{7AD5E7D0-3705-4AA3-910B-685914976C8B}" type="sibTrans" cxnId="{5BFD7B41-964F-4F1E-9343-046355946215}">
      <dgm:prSet/>
      <dgm:spPr/>
      <dgm:t>
        <a:bodyPr/>
        <a:lstStyle/>
        <a:p>
          <a:endParaRPr lang="en-IN" sz="800"/>
        </a:p>
      </dgm:t>
    </dgm:pt>
    <dgm:pt modelId="{A084904E-F610-42DA-9933-B19EE7FDA62A}">
      <dgm:prSet custT="1"/>
      <dgm:spPr>
        <a:solidFill>
          <a:schemeClr val="accent2">
            <a:lumMod val="5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IN" sz="800" b="1" u="sng">
              <a:latin typeface="Arial" panose="020B0604020202020204" pitchFamily="34" charset="0"/>
              <a:cs typeface="Arial" panose="020B0604020202020204" pitchFamily="34" charset="0"/>
            </a:rPr>
            <a:t>Conflicting Requirements</a:t>
          </a:r>
        </a:p>
      </dgm:t>
    </dgm:pt>
    <dgm:pt modelId="{17706C4B-632E-477E-B5A0-E8D4C14A2C33}" type="parTrans" cxnId="{37CEEA43-FB98-48AC-9396-19AC566966AE}">
      <dgm:prSet/>
      <dgm:spPr/>
      <dgm:t>
        <a:bodyPr/>
        <a:lstStyle/>
        <a:p>
          <a:endParaRPr lang="en-IN" sz="800"/>
        </a:p>
      </dgm:t>
    </dgm:pt>
    <dgm:pt modelId="{268C07B7-C807-43A9-8DC5-0461176475E1}" type="sibTrans" cxnId="{37CEEA43-FB98-48AC-9396-19AC566966AE}">
      <dgm:prSet/>
      <dgm:spPr/>
      <dgm:t>
        <a:bodyPr/>
        <a:lstStyle/>
        <a:p>
          <a:endParaRPr lang="en-IN" sz="800"/>
        </a:p>
      </dgm:t>
    </dgm:pt>
    <dgm:pt modelId="{AD370733-D3A5-42DE-AD7E-767A28BDED8F}">
      <dgm:prSet custT="1"/>
      <dgm:spPr/>
      <dgm:t>
        <a:bodyPr/>
        <a:lstStyle/>
        <a:p>
          <a:r>
            <a:rPr lang="en-IN" sz="800" dirty="0"/>
            <a:t> Reliable payload transmission</a:t>
          </a:r>
        </a:p>
      </dgm:t>
    </dgm:pt>
    <dgm:pt modelId="{DB239E83-2669-4B6E-BE2E-BFDF715B4AB6}" type="parTrans" cxnId="{7CFA346D-8281-4D77-824E-C01F4F5ACD90}">
      <dgm:prSet/>
      <dgm:spPr/>
      <dgm:t>
        <a:bodyPr/>
        <a:lstStyle/>
        <a:p>
          <a:endParaRPr lang="en-IN" sz="800"/>
        </a:p>
      </dgm:t>
    </dgm:pt>
    <dgm:pt modelId="{4E8F1D45-A7EA-4FDB-A204-7A3A43D705EF}" type="sibTrans" cxnId="{7CFA346D-8281-4D77-824E-C01F4F5ACD90}">
      <dgm:prSet/>
      <dgm:spPr/>
      <dgm:t>
        <a:bodyPr/>
        <a:lstStyle/>
        <a:p>
          <a:endParaRPr lang="en-IN" sz="800"/>
        </a:p>
      </dgm:t>
    </dgm:pt>
    <dgm:pt modelId="{82A279C1-5413-4B72-9D91-D1AC9DE49427}">
      <dgm:prSet custT="1"/>
      <dgm:spPr/>
      <dgm:t>
        <a:bodyPr/>
        <a:lstStyle/>
        <a:p>
          <a:r>
            <a:rPr lang="en-IN" sz="800" dirty="0"/>
            <a:t> Minimal detectability</a:t>
          </a:r>
        </a:p>
      </dgm:t>
    </dgm:pt>
    <dgm:pt modelId="{384C8D67-EB8E-47C7-BAAB-43C0AC31A6E1}" type="parTrans" cxnId="{8A894C00-D727-4A4C-B62B-0DC413808A50}">
      <dgm:prSet/>
      <dgm:spPr/>
      <dgm:t>
        <a:bodyPr/>
        <a:lstStyle/>
        <a:p>
          <a:endParaRPr lang="en-IN" sz="800"/>
        </a:p>
      </dgm:t>
    </dgm:pt>
    <dgm:pt modelId="{08F33626-39E8-4477-A007-8610BC077E81}" type="sibTrans" cxnId="{8A894C00-D727-4A4C-B62B-0DC413808A50}">
      <dgm:prSet/>
      <dgm:spPr/>
      <dgm:t>
        <a:bodyPr/>
        <a:lstStyle/>
        <a:p>
          <a:endParaRPr lang="en-IN" sz="800"/>
        </a:p>
      </dgm:t>
    </dgm:pt>
    <dgm:pt modelId="{246D2BEA-4EDB-4485-839D-3D1EF95EBC5C}">
      <dgm:prSet custT="1"/>
      <dgm:spPr/>
      <dgm:t>
        <a:bodyPr/>
        <a:lstStyle/>
        <a:p>
          <a:r>
            <a:rPr lang="en-US" sz="800"/>
            <a:t> Designing signals that carry information while remaining</a:t>
          </a:r>
          <a:endParaRPr lang="en-IN" sz="800" dirty="0"/>
        </a:p>
      </dgm:t>
    </dgm:pt>
    <dgm:pt modelId="{6104F694-B4EA-489A-83C6-16CD54B7D7C1}" type="parTrans" cxnId="{E2F34751-95C4-4385-A604-0EFD08C057AA}">
      <dgm:prSet/>
      <dgm:spPr/>
      <dgm:t>
        <a:bodyPr/>
        <a:lstStyle/>
        <a:p>
          <a:endParaRPr lang="en-IN" sz="800"/>
        </a:p>
      </dgm:t>
    </dgm:pt>
    <dgm:pt modelId="{95285894-C027-4FBB-9A7F-DCFBC69AFEE9}" type="sibTrans" cxnId="{E2F34751-95C4-4385-A604-0EFD08C057AA}">
      <dgm:prSet/>
      <dgm:spPr/>
      <dgm:t>
        <a:bodyPr/>
        <a:lstStyle/>
        <a:p>
          <a:endParaRPr lang="en-IN" sz="800"/>
        </a:p>
      </dgm:t>
    </dgm:pt>
    <dgm:pt modelId="{516D0039-26A4-4286-98AC-23B89E6E58CB}">
      <dgm:prSet custT="1"/>
      <dgm:spPr>
        <a:solidFill>
          <a:schemeClr val="accent2">
            <a:lumMod val="5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IN" sz="800" b="1" u="sng">
              <a:latin typeface="Arial" panose="020B0604020202020204" pitchFamily="34" charset="0"/>
              <a:cs typeface="Arial" panose="020B0604020202020204" pitchFamily="34" charset="0"/>
            </a:rPr>
            <a:t>Key Challenge</a:t>
          </a:r>
          <a:endParaRPr lang="en-IN" sz="800" b="1" u="sng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9D95AD-B15E-4456-9610-88EBF4B331A0}" type="parTrans" cxnId="{052DC09E-5AEE-416F-A474-A2E6EB75A424}">
      <dgm:prSet/>
      <dgm:spPr/>
      <dgm:t>
        <a:bodyPr/>
        <a:lstStyle/>
        <a:p>
          <a:endParaRPr lang="en-IN" sz="800"/>
        </a:p>
      </dgm:t>
    </dgm:pt>
    <dgm:pt modelId="{9E906CDB-29A1-4EC4-8255-9DC0014E23D4}" type="sibTrans" cxnId="{052DC09E-5AEE-416F-A474-A2E6EB75A424}">
      <dgm:prSet/>
      <dgm:spPr/>
      <dgm:t>
        <a:bodyPr/>
        <a:lstStyle/>
        <a:p>
          <a:endParaRPr lang="en-IN" sz="800"/>
        </a:p>
      </dgm:t>
    </dgm:pt>
    <dgm:pt modelId="{96123CB5-F7C7-4D6E-BA64-C030CD893BF8}">
      <dgm:prSet custT="1"/>
      <dgm:spPr/>
      <dgm:t>
        <a:bodyPr/>
        <a:lstStyle/>
        <a:p>
          <a:r>
            <a:rPr lang="en-US" sz="800" dirty="0"/>
            <a:t> Generate noise-like communication waveforms using deep </a:t>
          </a:r>
          <a:r>
            <a:rPr lang="en-IN" sz="800" dirty="0"/>
            <a:t>learning.</a:t>
          </a:r>
        </a:p>
      </dgm:t>
    </dgm:pt>
    <dgm:pt modelId="{8D6BF936-E767-4BC8-8095-60D48BB4C288}" type="parTrans" cxnId="{636C0EA4-0A0C-4512-8501-D7CF6FBD3F5B}">
      <dgm:prSet/>
      <dgm:spPr/>
      <dgm:t>
        <a:bodyPr/>
        <a:lstStyle/>
        <a:p>
          <a:endParaRPr lang="en-IN" sz="800"/>
        </a:p>
      </dgm:t>
    </dgm:pt>
    <dgm:pt modelId="{44D6C68F-092D-4F28-917F-65BE894611A2}" type="sibTrans" cxnId="{636C0EA4-0A0C-4512-8501-D7CF6FBD3F5B}">
      <dgm:prSet/>
      <dgm:spPr/>
      <dgm:t>
        <a:bodyPr/>
        <a:lstStyle/>
        <a:p>
          <a:endParaRPr lang="en-IN" sz="800"/>
        </a:p>
      </dgm:t>
    </dgm:pt>
    <dgm:pt modelId="{EE390219-F96D-4017-AAFF-69084EB2A347}">
      <dgm:prSet custT="1"/>
      <dgm:spPr/>
      <dgm:t>
        <a:bodyPr/>
        <a:lstStyle/>
        <a:p>
          <a:r>
            <a:rPr lang="en-IN" sz="800" dirty="0"/>
            <a:t> Preserve encrypted payload recoverability.</a:t>
          </a:r>
        </a:p>
      </dgm:t>
    </dgm:pt>
    <dgm:pt modelId="{AD90E151-8782-408C-A152-7D3502C6A207}" type="parTrans" cxnId="{34F98BFC-493F-42DC-B639-D40F24BB16C2}">
      <dgm:prSet/>
      <dgm:spPr/>
      <dgm:t>
        <a:bodyPr/>
        <a:lstStyle/>
        <a:p>
          <a:endParaRPr lang="en-IN" sz="800"/>
        </a:p>
      </dgm:t>
    </dgm:pt>
    <dgm:pt modelId="{1D227937-8171-43F3-8777-0EE41ABEC035}" type="sibTrans" cxnId="{34F98BFC-493F-42DC-B639-D40F24BB16C2}">
      <dgm:prSet/>
      <dgm:spPr/>
      <dgm:t>
        <a:bodyPr/>
        <a:lstStyle/>
        <a:p>
          <a:endParaRPr lang="en-IN" sz="800"/>
        </a:p>
      </dgm:t>
    </dgm:pt>
    <dgm:pt modelId="{A48884BB-2DF6-4492-A4A6-ED432330D0CE}">
      <dgm:prSet custT="1"/>
      <dgm:spPr/>
      <dgm:t>
        <a:bodyPr/>
        <a:lstStyle/>
        <a:p>
          <a:r>
            <a:rPr lang="en-US" sz="800" dirty="0"/>
            <a:t> Reduce detectability against statistical and ML-based </a:t>
          </a:r>
          <a:r>
            <a:rPr lang="en-IN" sz="800" dirty="0"/>
            <a:t>detectors</a:t>
          </a:r>
        </a:p>
      </dgm:t>
    </dgm:pt>
    <dgm:pt modelId="{16E47C67-8E23-4DC8-9578-C442CEF1AC7B}" type="parTrans" cxnId="{FCD6E078-949E-4B76-922A-7A0213D384D5}">
      <dgm:prSet/>
      <dgm:spPr/>
      <dgm:t>
        <a:bodyPr/>
        <a:lstStyle/>
        <a:p>
          <a:endParaRPr lang="en-IN" sz="800"/>
        </a:p>
      </dgm:t>
    </dgm:pt>
    <dgm:pt modelId="{BFA5B31D-36AD-4A16-8753-2E34C71598B9}" type="sibTrans" cxnId="{FCD6E078-949E-4B76-922A-7A0213D384D5}">
      <dgm:prSet/>
      <dgm:spPr/>
      <dgm:t>
        <a:bodyPr/>
        <a:lstStyle/>
        <a:p>
          <a:endParaRPr lang="en-IN" sz="800"/>
        </a:p>
      </dgm:t>
    </dgm:pt>
    <dgm:pt modelId="{83EFADF5-794E-4315-8940-6952AE896279}" type="pres">
      <dgm:prSet presAssocID="{B8328EEC-FACF-438E-9514-7E9574997A7D}" presName="linear" presStyleCnt="0">
        <dgm:presLayoutVars>
          <dgm:animLvl val="lvl"/>
          <dgm:resizeHandles val="exact"/>
        </dgm:presLayoutVars>
      </dgm:prSet>
      <dgm:spPr/>
    </dgm:pt>
    <dgm:pt modelId="{0AC6EC66-CD5B-4D58-9A82-8D8183CD368A}" type="pres">
      <dgm:prSet presAssocID="{BD03ADBE-7F33-4484-A49D-4F53A426EEC8}" presName="parentText" presStyleLbl="node1" presStyleIdx="0" presStyleCnt="3" custScaleY="40461" custLinFactNeighborY="-9671">
        <dgm:presLayoutVars>
          <dgm:chMax val="0"/>
          <dgm:bulletEnabled val="1"/>
        </dgm:presLayoutVars>
      </dgm:prSet>
      <dgm:spPr/>
    </dgm:pt>
    <dgm:pt modelId="{23B6BE00-536D-4B6B-8BBD-F11A8A2A7C8C}" type="pres">
      <dgm:prSet presAssocID="{BD03ADBE-7F33-4484-A49D-4F53A426EEC8}" presName="childText" presStyleLbl="revTx" presStyleIdx="0" presStyleCnt="3">
        <dgm:presLayoutVars>
          <dgm:bulletEnabled val="1"/>
        </dgm:presLayoutVars>
      </dgm:prSet>
      <dgm:spPr/>
    </dgm:pt>
    <dgm:pt modelId="{8A9C875C-3A1E-43AD-8289-D9415B6216AB}" type="pres">
      <dgm:prSet presAssocID="{516D0039-26A4-4286-98AC-23B89E6E58CB}" presName="parentText" presStyleLbl="node1" presStyleIdx="1" presStyleCnt="3" custScaleY="35322">
        <dgm:presLayoutVars>
          <dgm:chMax val="0"/>
          <dgm:bulletEnabled val="1"/>
        </dgm:presLayoutVars>
      </dgm:prSet>
      <dgm:spPr/>
    </dgm:pt>
    <dgm:pt modelId="{64478A71-ED2E-4A54-91D4-8012525EC84B}" type="pres">
      <dgm:prSet presAssocID="{516D0039-26A4-4286-98AC-23B89E6E58CB}" presName="childText" presStyleLbl="revTx" presStyleIdx="1" presStyleCnt="3">
        <dgm:presLayoutVars>
          <dgm:bulletEnabled val="1"/>
        </dgm:presLayoutVars>
      </dgm:prSet>
      <dgm:spPr/>
    </dgm:pt>
    <dgm:pt modelId="{62F4C7EA-8405-4B88-8AC7-4D0457232847}" type="pres">
      <dgm:prSet presAssocID="{A084904E-F610-42DA-9933-B19EE7FDA62A}" presName="parentText" presStyleLbl="node1" presStyleIdx="2" presStyleCnt="3" custScaleY="42528" custLinFactNeighborY="-12528">
        <dgm:presLayoutVars>
          <dgm:chMax val="0"/>
          <dgm:bulletEnabled val="1"/>
        </dgm:presLayoutVars>
      </dgm:prSet>
      <dgm:spPr/>
    </dgm:pt>
    <dgm:pt modelId="{4AE7AE8E-6698-4438-A12D-DEECC9E7A0BC}" type="pres">
      <dgm:prSet presAssocID="{A084904E-F610-42DA-9933-B19EE7FDA62A}" presName="childText" presStyleLbl="revTx" presStyleIdx="2" presStyleCnt="3" custScaleY="68439">
        <dgm:presLayoutVars>
          <dgm:bulletEnabled val="1"/>
        </dgm:presLayoutVars>
      </dgm:prSet>
      <dgm:spPr/>
    </dgm:pt>
  </dgm:ptLst>
  <dgm:cxnLst>
    <dgm:cxn modelId="{8A894C00-D727-4A4C-B62B-0DC413808A50}" srcId="{A084904E-F610-42DA-9933-B19EE7FDA62A}" destId="{82A279C1-5413-4B72-9D91-D1AC9DE49427}" srcOrd="1" destOrd="0" parTransId="{384C8D67-EB8E-47C7-BAAB-43C0AC31A6E1}" sibTransId="{08F33626-39E8-4477-A007-8610BC077E81}"/>
    <dgm:cxn modelId="{A5315408-E89C-4C43-9AC3-01B47B09C743}" srcId="{516D0039-26A4-4286-98AC-23B89E6E58CB}" destId="{3A02DB88-4F10-4C8A-A2B7-80E51AC244C0}" srcOrd="0" destOrd="0" parTransId="{4592495C-2FF7-4A7A-8FE3-F568810A59ED}" sibTransId="{28A2D85B-85D1-410F-B6EF-946F24F9F970}"/>
    <dgm:cxn modelId="{A1268915-4094-446A-A345-5938B713B20F}" type="presOf" srcId="{82A279C1-5413-4B72-9D91-D1AC9DE49427}" destId="{4AE7AE8E-6698-4438-A12D-DEECC9E7A0BC}" srcOrd="0" destOrd="1" presId="urn:microsoft.com/office/officeart/2005/8/layout/vList2"/>
    <dgm:cxn modelId="{8E0ABD1A-F784-4A8F-8E14-6142E8387809}" type="presOf" srcId="{A48884BB-2DF6-4492-A4A6-ED432330D0CE}" destId="{23B6BE00-536D-4B6B-8BBD-F11A8A2A7C8C}" srcOrd="0" destOrd="2" presId="urn:microsoft.com/office/officeart/2005/8/layout/vList2"/>
    <dgm:cxn modelId="{9AE2F12D-743D-4FDB-A814-F49941326CD5}" type="presOf" srcId="{246D2BEA-4EDB-4485-839D-3D1EF95EBC5C}" destId="{64478A71-ED2E-4A54-91D4-8012525EC84B}" srcOrd="0" destOrd="1" presId="urn:microsoft.com/office/officeart/2005/8/layout/vList2"/>
    <dgm:cxn modelId="{40D9D33D-CDF5-4FB0-9E4B-23FF1B0AEDDC}" type="presOf" srcId="{516D0039-26A4-4286-98AC-23B89E6E58CB}" destId="{8A9C875C-3A1E-43AD-8289-D9415B6216AB}" srcOrd="0" destOrd="0" presId="urn:microsoft.com/office/officeart/2005/8/layout/vList2"/>
    <dgm:cxn modelId="{5BFD7B41-964F-4F1E-9343-046355946215}" srcId="{516D0039-26A4-4286-98AC-23B89E6E58CB}" destId="{64C3CC25-B334-4FF0-95AE-BF2BBA9E4732}" srcOrd="2" destOrd="0" parTransId="{AFAFDE0D-A1A4-4ABF-9D9C-02BA08EF0D83}" sibTransId="{7AD5E7D0-3705-4AA3-910B-685914976C8B}"/>
    <dgm:cxn modelId="{37CEEA43-FB98-48AC-9396-19AC566966AE}" srcId="{B8328EEC-FACF-438E-9514-7E9574997A7D}" destId="{A084904E-F610-42DA-9933-B19EE7FDA62A}" srcOrd="2" destOrd="0" parTransId="{17706C4B-632E-477E-B5A0-E8D4C14A2C33}" sibTransId="{268C07B7-C807-43A9-8DC5-0461176475E1}"/>
    <dgm:cxn modelId="{8A29C867-411B-4CAB-A66F-2B2B72000367}" type="presOf" srcId="{64C3CC25-B334-4FF0-95AE-BF2BBA9E4732}" destId="{64478A71-ED2E-4A54-91D4-8012525EC84B}" srcOrd="0" destOrd="2" presId="urn:microsoft.com/office/officeart/2005/8/layout/vList2"/>
    <dgm:cxn modelId="{4D8E284C-6BF8-4D11-9FEB-0A8309B4B71B}" srcId="{B8328EEC-FACF-438E-9514-7E9574997A7D}" destId="{BD03ADBE-7F33-4484-A49D-4F53A426EEC8}" srcOrd="0" destOrd="0" parTransId="{D59FB0D7-14BA-40F1-827B-6215870569E3}" sibTransId="{FB63FDA1-3033-4038-9C95-5F040A9F5256}"/>
    <dgm:cxn modelId="{7CFA346D-8281-4D77-824E-C01F4F5ACD90}" srcId="{A084904E-F610-42DA-9933-B19EE7FDA62A}" destId="{AD370733-D3A5-42DE-AD7E-767A28BDED8F}" srcOrd="0" destOrd="0" parTransId="{DB239E83-2669-4B6E-BE2E-BFDF715B4AB6}" sibTransId="{4E8F1D45-A7EA-4FDB-A204-7A3A43D705EF}"/>
    <dgm:cxn modelId="{E2F34751-95C4-4385-A604-0EFD08C057AA}" srcId="{516D0039-26A4-4286-98AC-23B89E6E58CB}" destId="{246D2BEA-4EDB-4485-839D-3D1EF95EBC5C}" srcOrd="1" destOrd="0" parTransId="{6104F694-B4EA-489A-83C6-16CD54B7D7C1}" sibTransId="{95285894-C027-4FBB-9A7F-DCFBC69AFEE9}"/>
    <dgm:cxn modelId="{FCD6E078-949E-4B76-922A-7A0213D384D5}" srcId="{BD03ADBE-7F33-4484-A49D-4F53A426EEC8}" destId="{A48884BB-2DF6-4492-A4A6-ED432330D0CE}" srcOrd="2" destOrd="0" parTransId="{16E47C67-8E23-4DC8-9578-C442CEF1AC7B}" sibTransId="{BFA5B31D-36AD-4A16-8753-2E34C71598B9}"/>
    <dgm:cxn modelId="{390F2886-79A9-4256-8D57-0CB3E342B17A}" type="presOf" srcId="{BD03ADBE-7F33-4484-A49D-4F53A426EEC8}" destId="{0AC6EC66-CD5B-4D58-9A82-8D8183CD368A}" srcOrd="0" destOrd="0" presId="urn:microsoft.com/office/officeart/2005/8/layout/vList2"/>
    <dgm:cxn modelId="{052DC09E-5AEE-416F-A474-A2E6EB75A424}" srcId="{B8328EEC-FACF-438E-9514-7E9574997A7D}" destId="{516D0039-26A4-4286-98AC-23B89E6E58CB}" srcOrd="1" destOrd="0" parTransId="{809D95AD-B15E-4456-9610-88EBF4B331A0}" sibTransId="{9E906CDB-29A1-4EC4-8255-9DC0014E23D4}"/>
    <dgm:cxn modelId="{636C0EA4-0A0C-4512-8501-D7CF6FBD3F5B}" srcId="{BD03ADBE-7F33-4484-A49D-4F53A426EEC8}" destId="{96123CB5-F7C7-4D6E-BA64-C030CD893BF8}" srcOrd="0" destOrd="0" parTransId="{8D6BF936-E767-4BC8-8095-60D48BB4C288}" sibTransId="{44D6C68F-092D-4F28-917F-65BE894611A2}"/>
    <dgm:cxn modelId="{7B8C22C1-C75B-4745-815F-6A45038D11A1}" type="presOf" srcId="{A084904E-F610-42DA-9933-B19EE7FDA62A}" destId="{62F4C7EA-8405-4B88-8AC7-4D0457232847}" srcOrd="0" destOrd="0" presId="urn:microsoft.com/office/officeart/2005/8/layout/vList2"/>
    <dgm:cxn modelId="{1C2592C4-10C1-4C00-9741-791142C4FCB2}" type="presOf" srcId="{96123CB5-F7C7-4D6E-BA64-C030CD893BF8}" destId="{23B6BE00-536D-4B6B-8BBD-F11A8A2A7C8C}" srcOrd="0" destOrd="0" presId="urn:microsoft.com/office/officeart/2005/8/layout/vList2"/>
    <dgm:cxn modelId="{4D251CE0-4904-46EC-9F58-AE9A1E7DBCA9}" type="presOf" srcId="{AD370733-D3A5-42DE-AD7E-767A28BDED8F}" destId="{4AE7AE8E-6698-4438-A12D-DEECC9E7A0BC}" srcOrd="0" destOrd="0" presId="urn:microsoft.com/office/officeart/2005/8/layout/vList2"/>
    <dgm:cxn modelId="{0B9FD7EC-6005-4AAC-BAA3-C1B3CAD16493}" type="presOf" srcId="{B8328EEC-FACF-438E-9514-7E9574997A7D}" destId="{83EFADF5-794E-4315-8940-6952AE896279}" srcOrd="0" destOrd="0" presId="urn:microsoft.com/office/officeart/2005/8/layout/vList2"/>
    <dgm:cxn modelId="{D35056EE-4661-4FF6-8A7B-21FA2961E2B1}" type="presOf" srcId="{EE390219-F96D-4017-AAFF-69084EB2A347}" destId="{23B6BE00-536D-4B6B-8BBD-F11A8A2A7C8C}" srcOrd="0" destOrd="1" presId="urn:microsoft.com/office/officeart/2005/8/layout/vList2"/>
    <dgm:cxn modelId="{04F8F8F8-5E1B-4A21-8292-BA21130A9CD5}" type="presOf" srcId="{3A02DB88-4F10-4C8A-A2B7-80E51AC244C0}" destId="{64478A71-ED2E-4A54-91D4-8012525EC84B}" srcOrd="0" destOrd="0" presId="urn:microsoft.com/office/officeart/2005/8/layout/vList2"/>
    <dgm:cxn modelId="{34F98BFC-493F-42DC-B639-D40F24BB16C2}" srcId="{BD03ADBE-7F33-4484-A49D-4F53A426EEC8}" destId="{EE390219-F96D-4017-AAFF-69084EB2A347}" srcOrd="1" destOrd="0" parTransId="{AD90E151-8782-408C-A152-7D3502C6A207}" sibTransId="{1D227937-8171-43F3-8777-0EE41ABEC035}"/>
    <dgm:cxn modelId="{7C488855-231F-44B1-9D93-F90396AD0654}" type="presParOf" srcId="{83EFADF5-794E-4315-8940-6952AE896279}" destId="{0AC6EC66-CD5B-4D58-9A82-8D8183CD368A}" srcOrd="0" destOrd="0" presId="urn:microsoft.com/office/officeart/2005/8/layout/vList2"/>
    <dgm:cxn modelId="{DBA32831-B3AD-4F4A-B55E-AA766FDB8C9F}" type="presParOf" srcId="{83EFADF5-794E-4315-8940-6952AE896279}" destId="{23B6BE00-536D-4B6B-8BBD-F11A8A2A7C8C}" srcOrd="1" destOrd="0" presId="urn:microsoft.com/office/officeart/2005/8/layout/vList2"/>
    <dgm:cxn modelId="{A8B139FF-4F63-48F9-80B0-EBDEB84E3C97}" type="presParOf" srcId="{83EFADF5-794E-4315-8940-6952AE896279}" destId="{8A9C875C-3A1E-43AD-8289-D9415B6216AB}" srcOrd="2" destOrd="0" presId="urn:microsoft.com/office/officeart/2005/8/layout/vList2"/>
    <dgm:cxn modelId="{674ECDF3-B359-423D-8917-44AE15B8768D}" type="presParOf" srcId="{83EFADF5-794E-4315-8940-6952AE896279}" destId="{64478A71-ED2E-4A54-91D4-8012525EC84B}" srcOrd="3" destOrd="0" presId="urn:microsoft.com/office/officeart/2005/8/layout/vList2"/>
    <dgm:cxn modelId="{FABC2E51-BB6D-4763-9817-E9AED7A7A92B}" type="presParOf" srcId="{83EFADF5-794E-4315-8940-6952AE896279}" destId="{62F4C7EA-8405-4B88-8AC7-4D0457232847}" srcOrd="4" destOrd="0" presId="urn:microsoft.com/office/officeart/2005/8/layout/vList2"/>
    <dgm:cxn modelId="{100349E3-3230-480E-AC4E-12AE285A5FC3}" type="presParOf" srcId="{83EFADF5-794E-4315-8940-6952AE896279}" destId="{4AE7AE8E-6698-4438-A12D-DEECC9E7A0BC}" srcOrd="5" destOrd="0" presId="urn:microsoft.com/office/officeart/2005/8/layout/vList2"/>
  </dgm:cxnLst>
  <dgm:bg>
    <a:solidFill>
      <a:schemeClr val="accent6">
        <a:lumMod val="40000"/>
        <a:lumOff val="60000"/>
      </a:schemeClr>
    </a:solidFill>
    <a:effectLst>
      <a:glow rad="139700">
        <a:schemeClr val="accent3">
          <a:satMod val="175000"/>
          <a:alpha val="40000"/>
        </a:schemeClr>
      </a:glow>
      <a:outerShdw blurRad="76200" dist="12700" dir="8100000" sy="-23000" kx="800400" algn="br" rotWithShape="0">
        <a:prstClr val="black">
          <a:alpha val="2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450F91-A20A-4784-AF7E-4CA8B83681B8}" type="doc">
      <dgm:prSet loTypeId="urn:microsoft.com/office/officeart/2005/8/layout/list1" loCatId="list" qsTypeId="urn:microsoft.com/office/officeart/2005/8/quickstyle/simple5" qsCatId="simple" csTypeId="urn:microsoft.com/office/officeart/2005/8/colors/accent6_1" csCatId="accent6" phldr="1"/>
      <dgm:spPr>
        <a:scene3d>
          <a:camera prst="orthographicFront">
            <a:rot lat="0" lon="0" rev="0"/>
          </a:camera>
          <a:lightRig rig="soft" dir="t">
            <a:rot lat="0" lon="0" rev="0"/>
          </a:lightRig>
        </a:scene3d>
      </dgm:spPr>
      <dgm:t>
        <a:bodyPr/>
        <a:lstStyle/>
        <a:p>
          <a:endParaRPr lang="en-IN"/>
        </a:p>
      </dgm:t>
    </dgm:pt>
    <dgm:pt modelId="{94CCE4D3-C57B-4D32-B1AC-915321457330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LPI Waveform Engine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9DB812-28E4-41AE-BDA0-64E2C955E81E}" type="parTrans" cxnId="{3BFA4056-F327-4CC9-928E-82E75A1495C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3071FD4-0AE3-44E7-AFC0-C4B8499A2D57}" type="sibTrans" cxnId="{3BFA4056-F327-4CC9-928E-82E75A1495C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B7F8ADB-A943-4BD1-9A87-543A26422527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Secure Payload Transmission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02BAA1-9F6F-41F8-B795-9A007C6BEBB0}" type="parTrans" cxnId="{B11ED1C5-9F45-4CC5-BA95-A812AB2C52B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6AEE3E6-850F-4DEB-A8F5-7AC6FBC9D527}" type="sibTrans" cxnId="{B11ED1C5-9F45-4CC5-BA95-A812AB2C52B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31DAD09-D905-4236-97A8-6986FB69C355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RF-Robust Framework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DFD0D1-D106-4044-8FB7-F8A2FD05CC63}" type="parTrans" cxnId="{9C1A2E71-89E5-41F3-A8FA-891D83EB95F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2522D26-7F68-4538-8B81-730B2D047A13}" type="sibTrans" cxnId="{9C1A2E71-89E5-41F3-A8FA-891D83EB95F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5743AB6-B69A-46D9-9A38-008A0B318EAC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ML-Resistant Signal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0F5D22-3D40-4390-9317-0DEA3D58D89A}" type="parTrans" cxnId="{9C3212F4-C303-4C20-98D6-3AB5DE654E1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08C5873F-DEC5-4D2B-B212-693ED643C952}" type="sibTrans" cxnId="{9C3212F4-C303-4C20-98D6-3AB5DE654E1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5447C32-F081-42DE-930A-B58A78C380E1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EW Evaluation Framework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613B47-572B-48A5-8AD1-ADFA8136CC54}" type="parTrans" cxnId="{A30D8A8E-09CB-4AF4-B183-347E50EC2D8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76CF203-86B5-40AE-B96D-DE05A5D102C5}" type="sibTrans" cxnId="{A30D8A8E-09CB-4AF4-B183-347E50EC2D8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F917C6BD-25EE-489C-8CFC-833F7364CD52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SDR Hardware Validation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99571A-BD29-4906-8EBE-61DD95370C21}" type="parTrans" cxnId="{30A3E603-10D1-4047-8E47-F182A6197E5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0DE34AA1-2C9D-4641-9340-F3FF3517BBF8}" type="sibTrans" cxnId="{30A3E603-10D1-4047-8E47-F182A6197E5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F151CB9-D478-4BF2-9EFC-8C7F744D1B5A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Anti-Fingerprinting Defences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0F665-71F7-45CB-9EB0-6AAFBBE5F37A}" type="parTrans" cxnId="{51551E67-8A35-4D50-B548-D9E107E3B04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1D1C2FC-31E6-41F7-8315-9CB1DAB45BE5}" type="sibTrans" cxnId="{51551E67-8A35-4D50-B548-D9E107E3B04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104686FB-B37F-48DB-8C8E-9862542A9980}">
      <dgm:prSet phldrT="[Text]" custT="1"/>
      <dgm:spPr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 u="none" dirty="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Prototype Covert </a:t>
          </a:r>
          <a:r>
            <a:rPr lang="en-US" sz="900" b="1" u="none" dirty="0" err="1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Comn</a:t>
          </a:r>
          <a:r>
            <a:rPr lang="en-US" sz="900" b="1" u="none" dirty="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 Sys</a:t>
          </a:r>
          <a:endParaRPr lang="en-IN" sz="900" u="none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6C0251-51B5-4A73-B306-B05609FC658F}" type="parTrans" cxnId="{7FBE25D2-5613-4FE6-9E33-E4D07BC6DF6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15107D6-170B-42DA-9CFF-27D7E14C3622}" type="sibTrans" cxnId="{7FBE25D2-5613-4FE6-9E33-E4D07BC6DF6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553C6E8-603B-4186-A90B-F5B6797C7F9E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GAN-generated noise-like IQ waveform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0223B8-B0B5-401D-B9F6-5BFB73D01C00}" type="parTrans" cxnId="{7DC86BF7-D532-4D12-8751-8A17D376862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300BD8C-A98B-4387-A29C-245CA326DB42}" type="sibTrans" cxnId="{7DC86BF7-D532-4D12-8751-8A17D376862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2EAC394-FC10-49C8-A46C-090436CF3456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AES-128-CTR + Reed-Solomon ECC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496DF1-480F-4234-936B-B3A3648233CE}" type="parTrans" cxnId="{CBF7ADFB-9792-4FB4-992F-8FC29983165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7DA84A1-7371-4B53-9A97-FD8788F74ED6}" type="sibTrans" cxnId="{CBF7ADFB-9792-4FB4-992F-8FC29983165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13F8253-265E-45F4-87DB-D950A4366D76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18-char message → 336-bit frame</a:t>
          </a:r>
          <a:endParaRPr lang="en-US" sz="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3B7C15-A66D-4973-A571-CC4A1494CBCB}" type="parTrans" cxnId="{2FAB8051-9068-41BE-93F1-9E8153CC395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1C883BC7-CC83-44B6-BB31-2ECAE8721036}" type="sibTrans" cxnId="{2FAB8051-9068-41BE-93F1-9E8153CC395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2E158EB-051E-4DCA-88BF-23841A291790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5 simultaneous channel impairments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C362A3-1566-42F7-9399-7D1F5A507204}" type="parTrans" cxnId="{80341721-728A-47F0-A197-EC1C05ED3CD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D1CAF60-C03D-4AD7-8114-CFF8F6280AC0}" type="sibTrans" cxnId="{80341721-728A-47F0-A197-EC1C05ED3CD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F1B34FD-B5D1-47D2-A55D-EA65AF752594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CNN detection: 58.2% ≈ random guessing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7D8A35-86BF-4CA1-BDA5-860FD1D98D88}" type="parTrans" cxnId="{723854F3-86AA-464F-A650-A2263B34365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C992E47-E429-40A3-8298-F3919A53BBE9}" type="sibTrans" cxnId="{723854F3-86AA-464F-A650-A2263B34365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F6B58434-8AC5-4AA4-AF5F-8CC995CE710B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Adversarial D1 accuracy: 49–50%</a:t>
          </a:r>
          <a:endParaRPr lang="en-US" sz="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38A6A1-3345-4510-A710-8E5523B79C29}" type="parTrans" cxnId="{6239AC16-1254-4B51-AD7E-D0C891CEBF63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4B90A11-1D58-457A-B0FF-86CF473E79D5}" type="sibTrans" cxnId="{6239AC16-1254-4B51-AD7E-D0C891CEBF63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9403ED70-FAB6-491B-995B-41F7FB57FEE4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8-domain detection test suite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7B1FD5-BC58-4A7E-B5BF-78FD7470FC45}" type="parTrans" cxnId="{22ACE200-2FEE-44D0-AD52-737043FA729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67C882F-6D6F-452A-B353-65CB11DC763C}" type="sibTrans" cxnId="{22ACE200-2FEE-44D0-AD52-737043FA729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B38CF43-840D-4E87-AED0-91E232CEF168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BladeRF Micro 2.0  ·  915 MHz  ·  2 MSPS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2270C4-1BA2-4901-9710-0B50583B3797}" type="parTrans" cxnId="{A6D313B7-90C8-4699-8B56-766F38A335C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08362D3-954C-4481-A4AC-49F7726AECFB}" type="sibTrans" cxnId="{A6D313B7-90C8-4699-8B56-766F38A335C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F9C0F18-957A-4014-9264-D68B560BAA4B}">
      <dgm:prSet phldrT="[Text]"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3 active Defences: </a:t>
          </a:r>
          <a:endParaRPr lang="en-IN" sz="900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C43CA2-F346-451C-AE46-BBF950329995}" type="parTrans" cxnId="{972FDA25-9229-40AD-9F8B-FF2817840E4D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E32C1B3-B3CC-46E4-A54F-A53FE771D3B7}" type="sibTrans" cxnId="{972FDA25-9229-40AD-9F8B-FF2817840E4D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CD39D80-6B0A-443E-924D-58C54DA56073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sz="900" b="1">
              <a:latin typeface="Arial" panose="020B0604020202020204" pitchFamily="34" charset="0"/>
              <a:cs typeface="Arial" panose="020B0604020202020204" pitchFamily="34" charset="0"/>
            </a:rPr>
            <a:t>Dither · Diversity · D2</a:t>
          </a:r>
          <a:endParaRPr lang="en-US" sz="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8E2AE6-3A39-4660-AE97-9BD107AB9E89}" type="parTrans" cxnId="{8309E80D-12FE-4AA9-B680-7E2D435DB1F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F139F756-5305-49C4-8E95-9FC3DF7B0AD7}" type="sibTrans" cxnId="{8309E80D-12FE-4AA9-B680-7E2D435DB1F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D5B3B4C-DC72-4CDB-BD6A-4F9A6059580F}" type="pres">
      <dgm:prSet presAssocID="{CF450F91-A20A-4784-AF7E-4CA8B83681B8}" presName="linear" presStyleCnt="0">
        <dgm:presLayoutVars>
          <dgm:dir/>
          <dgm:animLvl val="lvl"/>
          <dgm:resizeHandles val="exact"/>
        </dgm:presLayoutVars>
      </dgm:prSet>
      <dgm:spPr/>
    </dgm:pt>
    <dgm:pt modelId="{805D2CD1-27C5-4234-B420-D6D91A872F51}" type="pres">
      <dgm:prSet presAssocID="{94CCE4D3-C57B-4D32-B1AC-915321457330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BFDA33CB-E6B8-4768-937A-31FAFCB3484E}" type="pres">
      <dgm:prSet presAssocID="{94CCE4D3-C57B-4D32-B1AC-915321457330}" presName="parentLeftMargin" presStyleLbl="node1" presStyleIdx="0" presStyleCnt="8"/>
      <dgm:spPr/>
    </dgm:pt>
    <dgm:pt modelId="{7070A9AB-3967-47FB-BA18-0C3E3533B3D3}" type="pres">
      <dgm:prSet presAssocID="{94CCE4D3-C57B-4D32-B1AC-915321457330}" presName="parentText" presStyleLbl="node1" presStyleIdx="0" presStyleCnt="8" custScaleY="146341">
        <dgm:presLayoutVars>
          <dgm:chMax val="0"/>
          <dgm:bulletEnabled val="1"/>
        </dgm:presLayoutVars>
      </dgm:prSet>
      <dgm:spPr/>
    </dgm:pt>
    <dgm:pt modelId="{90103020-0151-45F2-994E-DFBA6B5584EC}" type="pres">
      <dgm:prSet presAssocID="{94CCE4D3-C57B-4D32-B1AC-915321457330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6728B11F-D86B-4999-B99C-935E3DEB2131}" type="pres">
      <dgm:prSet presAssocID="{94CCE4D3-C57B-4D32-B1AC-915321457330}" presName="childText" presStyleLbl="conFgAcc1" presStyleIdx="0" presStyleCnt="8">
        <dgm:presLayoutVars>
          <dgm:bulletEnabled val="1"/>
        </dgm:presLayoutVars>
      </dgm:prSet>
      <dgm:spPr/>
    </dgm:pt>
    <dgm:pt modelId="{FA4F161B-24AE-4630-B827-8F7D9A55CFF6}" type="pres">
      <dgm:prSet presAssocID="{33071FD4-0AE3-44E7-AFC0-C4B8499A2D57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E30F6E22-9B26-4602-9D48-87E5850E0215}" type="pres">
      <dgm:prSet presAssocID="{DB7F8ADB-A943-4BD1-9A87-543A26422527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A2B8C3F6-6ACA-472C-9A9A-913983FDE5B3}" type="pres">
      <dgm:prSet presAssocID="{DB7F8ADB-A943-4BD1-9A87-543A26422527}" presName="parentLeftMargin" presStyleLbl="node1" presStyleIdx="0" presStyleCnt="8"/>
      <dgm:spPr/>
    </dgm:pt>
    <dgm:pt modelId="{CD2FCC56-9B7E-49F4-807C-72C60E0D3CE7}" type="pres">
      <dgm:prSet presAssocID="{DB7F8ADB-A943-4BD1-9A87-543A26422527}" presName="parentText" presStyleLbl="node1" presStyleIdx="1" presStyleCnt="8" custScaleY="146341">
        <dgm:presLayoutVars>
          <dgm:chMax val="0"/>
          <dgm:bulletEnabled val="1"/>
        </dgm:presLayoutVars>
      </dgm:prSet>
      <dgm:spPr/>
    </dgm:pt>
    <dgm:pt modelId="{B9569194-45F1-4934-BBDF-BFF755CD6600}" type="pres">
      <dgm:prSet presAssocID="{DB7F8ADB-A943-4BD1-9A87-543A26422527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379B1C0D-14BC-4507-BB87-38DC65DA9B45}" type="pres">
      <dgm:prSet presAssocID="{DB7F8ADB-A943-4BD1-9A87-543A26422527}" presName="childText" presStyleLbl="conFgAcc1" presStyleIdx="1" presStyleCnt="8">
        <dgm:presLayoutVars>
          <dgm:bulletEnabled val="1"/>
        </dgm:presLayoutVars>
      </dgm:prSet>
      <dgm:spPr/>
    </dgm:pt>
    <dgm:pt modelId="{8EC9059A-8DA8-4E29-A714-0FA41478F7AA}" type="pres">
      <dgm:prSet presAssocID="{66AEE3E6-850F-4DEB-A8F5-7AC6FBC9D527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F0023063-42DA-4D6C-983D-27AE7851834E}" type="pres">
      <dgm:prSet presAssocID="{431DAD09-D905-4236-97A8-6986FB69C355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0C0F982D-85B3-4346-B23E-5D4D7836D37A}" type="pres">
      <dgm:prSet presAssocID="{431DAD09-D905-4236-97A8-6986FB69C355}" presName="parentLeftMargin" presStyleLbl="node1" presStyleIdx="1" presStyleCnt="8"/>
      <dgm:spPr/>
    </dgm:pt>
    <dgm:pt modelId="{A400A255-31A6-4951-8C1F-D36DBD64024E}" type="pres">
      <dgm:prSet presAssocID="{431DAD09-D905-4236-97A8-6986FB69C355}" presName="parentText" presStyleLbl="node1" presStyleIdx="2" presStyleCnt="8" custScaleY="146341">
        <dgm:presLayoutVars>
          <dgm:chMax val="0"/>
          <dgm:bulletEnabled val="1"/>
        </dgm:presLayoutVars>
      </dgm:prSet>
      <dgm:spPr/>
    </dgm:pt>
    <dgm:pt modelId="{33CF6EE0-9302-4C3E-8A28-AAC59834C502}" type="pres">
      <dgm:prSet presAssocID="{431DAD09-D905-4236-97A8-6986FB69C355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570E44F3-8387-48C8-8311-D29A9EA47853}" type="pres">
      <dgm:prSet presAssocID="{431DAD09-D905-4236-97A8-6986FB69C355}" presName="childText" presStyleLbl="conFgAcc1" presStyleIdx="2" presStyleCnt="8">
        <dgm:presLayoutVars>
          <dgm:bulletEnabled val="1"/>
        </dgm:presLayoutVars>
      </dgm:prSet>
      <dgm:spPr/>
    </dgm:pt>
    <dgm:pt modelId="{E1EA720F-09ED-4527-934E-AEC24837D31D}" type="pres">
      <dgm:prSet presAssocID="{B2522D26-7F68-4538-8B81-730B2D047A13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2E8E4073-8262-43F2-B5C8-D11FD5B6C10C}" type="pres">
      <dgm:prSet presAssocID="{75743AB6-B69A-46D9-9A38-008A0B318EAC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D9587584-C675-4A42-AC53-05226B1C510E}" type="pres">
      <dgm:prSet presAssocID="{75743AB6-B69A-46D9-9A38-008A0B318EAC}" presName="parentLeftMargin" presStyleLbl="node1" presStyleIdx="2" presStyleCnt="8"/>
      <dgm:spPr/>
    </dgm:pt>
    <dgm:pt modelId="{51823CB3-B8A4-433A-B797-075BA2162FD3}" type="pres">
      <dgm:prSet presAssocID="{75743AB6-B69A-46D9-9A38-008A0B318EAC}" presName="parentText" presStyleLbl="node1" presStyleIdx="3" presStyleCnt="8" custScaleY="146341">
        <dgm:presLayoutVars>
          <dgm:chMax val="0"/>
          <dgm:bulletEnabled val="1"/>
        </dgm:presLayoutVars>
      </dgm:prSet>
      <dgm:spPr/>
    </dgm:pt>
    <dgm:pt modelId="{81ABBD52-1229-460B-899B-0353886E5488}" type="pres">
      <dgm:prSet presAssocID="{75743AB6-B69A-46D9-9A38-008A0B318EAC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43FAB000-FE77-4EBF-8EB2-2681BD8495D6}" type="pres">
      <dgm:prSet presAssocID="{75743AB6-B69A-46D9-9A38-008A0B318EAC}" presName="childText" presStyleLbl="conFgAcc1" presStyleIdx="3" presStyleCnt="8">
        <dgm:presLayoutVars>
          <dgm:bulletEnabled val="1"/>
        </dgm:presLayoutVars>
      </dgm:prSet>
      <dgm:spPr/>
    </dgm:pt>
    <dgm:pt modelId="{A252140E-ECAB-4867-BAFD-0D4364C0A60C}" type="pres">
      <dgm:prSet presAssocID="{08C5873F-DEC5-4D2B-B212-693ED643C952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5A72B1C3-916D-49D1-9655-1FD00448E367}" type="pres">
      <dgm:prSet presAssocID="{B5447C32-F081-42DE-930A-B58A78C380E1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5CC1EC0B-274B-4BEA-9D74-CEE92530B7D0}" type="pres">
      <dgm:prSet presAssocID="{B5447C32-F081-42DE-930A-B58A78C380E1}" presName="parentLeftMargin" presStyleLbl="node1" presStyleIdx="3" presStyleCnt="8"/>
      <dgm:spPr/>
    </dgm:pt>
    <dgm:pt modelId="{E954952A-5035-4E37-B866-C6C6F1100CE6}" type="pres">
      <dgm:prSet presAssocID="{B5447C32-F081-42DE-930A-B58A78C380E1}" presName="parentText" presStyleLbl="node1" presStyleIdx="4" presStyleCnt="8" custScaleY="146341">
        <dgm:presLayoutVars>
          <dgm:chMax val="0"/>
          <dgm:bulletEnabled val="1"/>
        </dgm:presLayoutVars>
      </dgm:prSet>
      <dgm:spPr/>
    </dgm:pt>
    <dgm:pt modelId="{8756EC1E-D4E9-4687-9219-B69AF0869C14}" type="pres">
      <dgm:prSet presAssocID="{B5447C32-F081-42DE-930A-B58A78C380E1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FD803CD2-DDAE-40E7-B5D4-524622C850FF}" type="pres">
      <dgm:prSet presAssocID="{B5447C32-F081-42DE-930A-B58A78C380E1}" presName="childText" presStyleLbl="conFgAcc1" presStyleIdx="4" presStyleCnt="8">
        <dgm:presLayoutVars>
          <dgm:bulletEnabled val="1"/>
        </dgm:presLayoutVars>
      </dgm:prSet>
      <dgm:spPr/>
    </dgm:pt>
    <dgm:pt modelId="{3F47B46F-C438-4AC6-8902-39633F0BC391}" type="pres">
      <dgm:prSet presAssocID="{576CF203-86B5-40AE-B96D-DE05A5D102C5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16BA78D4-39C8-4B10-9CD2-8A2BD98ADD5E}" type="pres">
      <dgm:prSet presAssocID="{F917C6BD-25EE-489C-8CFC-833F7364CD52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70CC076A-598E-4AD0-A5D3-04559067B6D5}" type="pres">
      <dgm:prSet presAssocID="{F917C6BD-25EE-489C-8CFC-833F7364CD52}" presName="parentLeftMargin" presStyleLbl="node1" presStyleIdx="4" presStyleCnt="8"/>
      <dgm:spPr/>
    </dgm:pt>
    <dgm:pt modelId="{32C8C9BA-1DA5-46BB-84BF-00B29E03FF31}" type="pres">
      <dgm:prSet presAssocID="{F917C6BD-25EE-489C-8CFC-833F7364CD52}" presName="parentText" presStyleLbl="node1" presStyleIdx="5" presStyleCnt="8" custScaleY="146341">
        <dgm:presLayoutVars>
          <dgm:chMax val="0"/>
          <dgm:bulletEnabled val="1"/>
        </dgm:presLayoutVars>
      </dgm:prSet>
      <dgm:spPr/>
    </dgm:pt>
    <dgm:pt modelId="{21A8A2EF-2B28-484E-A4A7-1E7E35527093}" type="pres">
      <dgm:prSet presAssocID="{F917C6BD-25EE-489C-8CFC-833F7364CD52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983C5B71-501B-4DD0-A841-EFF8D051BDAC}" type="pres">
      <dgm:prSet presAssocID="{F917C6BD-25EE-489C-8CFC-833F7364CD52}" presName="childText" presStyleLbl="conFgAcc1" presStyleIdx="5" presStyleCnt="8">
        <dgm:presLayoutVars>
          <dgm:bulletEnabled val="1"/>
        </dgm:presLayoutVars>
      </dgm:prSet>
      <dgm:spPr/>
    </dgm:pt>
    <dgm:pt modelId="{3A0CDFD5-13A1-429C-A374-9A8D75569EF5}" type="pres">
      <dgm:prSet presAssocID="{0DE34AA1-2C9D-4641-9340-F3FF3517BBF8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4683553F-6C35-49DE-B7BD-B4EC25AF2D6E}" type="pres">
      <dgm:prSet presAssocID="{AF151CB9-D478-4BF2-9EFC-8C7F744D1B5A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DCC80553-E73F-4656-BF8C-C61C2EF88167}" type="pres">
      <dgm:prSet presAssocID="{AF151CB9-D478-4BF2-9EFC-8C7F744D1B5A}" presName="parentLeftMargin" presStyleLbl="node1" presStyleIdx="5" presStyleCnt="8"/>
      <dgm:spPr/>
    </dgm:pt>
    <dgm:pt modelId="{A86E0AD7-E545-45D8-BBEA-62893D9F63AD}" type="pres">
      <dgm:prSet presAssocID="{AF151CB9-D478-4BF2-9EFC-8C7F744D1B5A}" presName="parentText" presStyleLbl="node1" presStyleIdx="6" presStyleCnt="8" custScaleY="146341">
        <dgm:presLayoutVars>
          <dgm:chMax val="0"/>
          <dgm:bulletEnabled val="1"/>
        </dgm:presLayoutVars>
      </dgm:prSet>
      <dgm:spPr/>
    </dgm:pt>
    <dgm:pt modelId="{884DF030-838F-4525-A48D-A48AE1C1E934}" type="pres">
      <dgm:prSet presAssocID="{AF151CB9-D478-4BF2-9EFC-8C7F744D1B5A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5D9525F7-A0B5-4C44-96A1-E0AD4D46DABB}" type="pres">
      <dgm:prSet presAssocID="{AF151CB9-D478-4BF2-9EFC-8C7F744D1B5A}" presName="childText" presStyleLbl="conFgAcc1" presStyleIdx="6" presStyleCnt="8">
        <dgm:presLayoutVars>
          <dgm:bulletEnabled val="1"/>
        </dgm:presLayoutVars>
      </dgm:prSet>
      <dgm:spPr/>
    </dgm:pt>
    <dgm:pt modelId="{758F8A24-5D7C-43B7-88A2-1CE8212A2C80}" type="pres">
      <dgm:prSet presAssocID="{B1D1C2FC-31E6-41F7-8315-9CB1DAB45BE5}" presName="spaceBetweenRectangles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98ECDC67-7D36-478B-BC08-D786F7D2AE1A}" type="pres">
      <dgm:prSet presAssocID="{104686FB-B37F-48DB-8C8E-9862542A9980}" presName="parentLin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4B0C006E-73E6-4359-83F1-5A069FD7F482}" type="pres">
      <dgm:prSet presAssocID="{104686FB-B37F-48DB-8C8E-9862542A9980}" presName="parentLeftMargin" presStyleLbl="node1" presStyleIdx="6" presStyleCnt="8"/>
      <dgm:spPr/>
    </dgm:pt>
    <dgm:pt modelId="{CF8DA2A6-D172-4D3B-BB06-09ED6DED60AB}" type="pres">
      <dgm:prSet presAssocID="{104686FB-B37F-48DB-8C8E-9862542A9980}" presName="parentText" presStyleLbl="node1" presStyleIdx="7" presStyleCnt="8" custScaleY="146341">
        <dgm:presLayoutVars>
          <dgm:chMax val="0"/>
          <dgm:bulletEnabled val="1"/>
        </dgm:presLayoutVars>
      </dgm:prSet>
      <dgm:spPr/>
    </dgm:pt>
    <dgm:pt modelId="{607C78E0-31A8-49B4-8990-7F755A1D58C8}" type="pres">
      <dgm:prSet presAssocID="{104686FB-B37F-48DB-8C8E-9862542A9980}" presName="negativeSpace" presStyleCnt="0"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  <dgm:pt modelId="{DD5DE085-E423-4765-B0A5-31509546B237}" type="pres">
      <dgm:prSet presAssocID="{104686FB-B37F-48DB-8C8E-9862542A9980}" presName="childText" presStyleLbl="conFgAcc1" presStyleIdx="7" presStyleCnt="8">
        <dgm:presLayoutVars>
          <dgm:bulletEnabled val="1"/>
        </dgm:presLayoutVars>
      </dgm:prSet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</dgm:pt>
  </dgm:ptLst>
  <dgm:cxnLst>
    <dgm:cxn modelId="{22ACE200-2FEE-44D0-AD52-737043FA7295}" srcId="{B5447C32-F081-42DE-930A-B58A78C380E1}" destId="{9403ED70-FAB6-491B-995B-41F7FB57FEE4}" srcOrd="0" destOrd="0" parTransId="{527B1FD5-BC58-4A7E-B5BF-78FD7470FC45}" sibTransId="{467C882F-6D6F-452A-B353-65CB11DC763C}"/>
    <dgm:cxn modelId="{30A3E603-10D1-4047-8E47-F182A6197E5A}" srcId="{CF450F91-A20A-4784-AF7E-4CA8B83681B8}" destId="{F917C6BD-25EE-489C-8CFC-833F7364CD52}" srcOrd="5" destOrd="0" parTransId="{5599571A-BD29-4906-8EBE-61DD95370C21}" sibTransId="{0DE34AA1-2C9D-4641-9340-F3FF3517BBF8}"/>
    <dgm:cxn modelId="{0DB03F0A-DBB2-4E30-AC31-DD8ADCD318B5}" type="presOf" srcId="{DB7F8ADB-A943-4BD1-9A87-543A26422527}" destId="{CD2FCC56-9B7E-49F4-807C-72C60E0D3CE7}" srcOrd="1" destOrd="0" presId="urn:microsoft.com/office/officeart/2005/8/layout/list1"/>
    <dgm:cxn modelId="{8309E80D-12FE-4AA9-B680-7E2D435DB1FE}" srcId="{AF151CB9-D478-4BF2-9EFC-8C7F744D1B5A}" destId="{4CD39D80-6B0A-443E-924D-58C54DA56073}" srcOrd="1" destOrd="0" parTransId="{6C8E2AE6-3A39-4660-AE97-9BD107AB9E89}" sibTransId="{F139F756-5305-49C4-8E95-9FC3DF7B0AD7}"/>
    <dgm:cxn modelId="{6239AC16-1254-4B51-AD7E-D0C891CEBF63}" srcId="{75743AB6-B69A-46D9-9A38-008A0B318EAC}" destId="{F6B58434-8AC5-4AA4-AF5F-8CC995CE710B}" srcOrd="1" destOrd="0" parTransId="{3938A6A1-3345-4510-A710-8E5523B79C29}" sibTransId="{E4B90A11-1D58-457A-B0FF-86CF473E79D5}"/>
    <dgm:cxn modelId="{D15ED417-2EE7-4BD6-A7F5-A0D82F627EE9}" type="presOf" srcId="{F6B58434-8AC5-4AA4-AF5F-8CC995CE710B}" destId="{43FAB000-FE77-4EBF-8EB2-2681BD8495D6}" srcOrd="0" destOrd="1" presId="urn:microsoft.com/office/officeart/2005/8/layout/list1"/>
    <dgm:cxn modelId="{80341721-728A-47F0-A197-EC1C05ED3CD4}" srcId="{431DAD09-D905-4236-97A8-6986FB69C355}" destId="{E2E158EB-051E-4DCA-88BF-23841A291790}" srcOrd="0" destOrd="0" parTransId="{71C362A3-1566-42F7-9399-7D1F5A507204}" sibTransId="{AD1CAF60-C03D-4AD7-8114-CFF8F6280AC0}"/>
    <dgm:cxn modelId="{FD0C5021-E2C0-49EB-85D5-931D8DC31113}" type="presOf" srcId="{6F9C0F18-957A-4014-9264-D68B560BAA4B}" destId="{5D9525F7-A0B5-4C44-96A1-E0AD4D46DABB}" srcOrd="0" destOrd="0" presId="urn:microsoft.com/office/officeart/2005/8/layout/list1"/>
    <dgm:cxn modelId="{972FDA25-9229-40AD-9F8B-FF2817840E4D}" srcId="{AF151CB9-D478-4BF2-9EFC-8C7F744D1B5A}" destId="{6F9C0F18-957A-4014-9264-D68B560BAA4B}" srcOrd="0" destOrd="0" parTransId="{ABC43CA2-F346-451C-AE46-BBF950329995}" sibTransId="{BE32C1B3-B3CC-46E4-A54F-A53FE771D3B7}"/>
    <dgm:cxn modelId="{7480F625-28F0-4CE1-8DD8-8026D568CA2F}" type="presOf" srcId="{94CCE4D3-C57B-4D32-B1AC-915321457330}" destId="{BFDA33CB-E6B8-4768-937A-31FAFCB3484E}" srcOrd="0" destOrd="0" presId="urn:microsoft.com/office/officeart/2005/8/layout/list1"/>
    <dgm:cxn modelId="{C344FE32-1FF7-4CB7-BCEB-F70A5A14419F}" type="presOf" srcId="{EF1B34FD-B5D1-47D2-A55D-EA65AF752594}" destId="{43FAB000-FE77-4EBF-8EB2-2681BD8495D6}" srcOrd="0" destOrd="0" presId="urn:microsoft.com/office/officeart/2005/8/layout/list1"/>
    <dgm:cxn modelId="{06F24F34-F87F-450A-AFF0-F4AEBB78B160}" type="presOf" srcId="{4CD39D80-6B0A-443E-924D-58C54DA56073}" destId="{5D9525F7-A0B5-4C44-96A1-E0AD4D46DABB}" srcOrd="0" destOrd="1" presId="urn:microsoft.com/office/officeart/2005/8/layout/list1"/>
    <dgm:cxn modelId="{3EBFFB61-C2B6-45DC-AB85-902ABF626EA7}" type="presOf" srcId="{72EAC394-FC10-49C8-A46C-090436CF3456}" destId="{379B1C0D-14BC-4507-BB87-38DC65DA9B45}" srcOrd="0" destOrd="0" presId="urn:microsoft.com/office/officeart/2005/8/layout/list1"/>
    <dgm:cxn modelId="{F0EF5F43-A5CA-4DC0-8E8A-C974B1C40A5C}" type="presOf" srcId="{431DAD09-D905-4236-97A8-6986FB69C355}" destId="{A400A255-31A6-4951-8C1F-D36DBD64024E}" srcOrd="1" destOrd="0" presId="urn:microsoft.com/office/officeart/2005/8/layout/list1"/>
    <dgm:cxn modelId="{51551E67-8A35-4D50-B548-D9E107E3B045}" srcId="{CF450F91-A20A-4784-AF7E-4CA8B83681B8}" destId="{AF151CB9-D478-4BF2-9EFC-8C7F744D1B5A}" srcOrd="6" destOrd="0" parTransId="{7940F665-71F7-45CB-9EB0-6AAFBBE5F37A}" sibTransId="{B1D1C2FC-31E6-41F7-8315-9CB1DAB45BE5}"/>
    <dgm:cxn modelId="{9C1A2E71-89E5-41F3-A8FA-891D83EB95F1}" srcId="{CF450F91-A20A-4784-AF7E-4CA8B83681B8}" destId="{431DAD09-D905-4236-97A8-6986FB69C355}" srcOrd="2" destOrd="0" parTransId="{17DFD0D1-D106-4044-8FB7-F8A2FD05CC63}" sibTransId="{B2522D26-7F68-4538-8B81-730B2D047A13}"/>
    <dgm:cxn modelId="{2FAB8051-9068-41BE-93F1-9E8153CC3954}" srcId="{DB7F8ADB-A943-4BD1-9A87-543A26422527}" destId="{313F8253-265E-45F4-87DB-D950A4366D76}" srcOrd="1" destOrd="0" parTransId="{833B7C15-A66D-4973-A571-CC4A1494CBCB}" sibTransId="{1C883BC7-CC83-44B6-BB31-2ECAE8721036}"/>
    <dgm:cxn modelId="{3BFA4056-F327-4CC9-928E-82E75A1495C4}" srcId="{CF450F91-A20A-4784-AF7E-4CA8B83681B8}" destId="{94CCE4D3-C57B-4D32-B1AC-915321457330}" srcOrd="0" destOrd="0" parTransId="{789DB812-28E4-41AE-BDA0-64E2C955E81E}" sibTransId="{33071FD4-0AE3-44E7-AFC0-C4B8499A2D57}"/>
    <dgm:cxn modelId="{B5A2E378-5E67-4AA7-B91D-5799A9292DC4}" type="presOf" srcId="{B5447C32-F081-42DE-930A-B58A78C380E1}" destId="{5CC1EC0B-274B-4BEA-9D74-CEE92530B7D0}" srcOrd="0" destOrd="0" presId="urn:microsoft.com/office/officeart/2005/8/layout/list1"/>
    <dgm:cxn modelId="{A0E47E79-0F64-4836-92A4-A4CE8458E72F}" type="presOf" srcId="{104686FB-B37F-48DB-8C8E-9862542A9980}" destId="{4B0C006E-73E6-4359-83F1-5A069FD7F482}" srcOrd="0" destOrd="0" presId="urn:microsoft.com/office/officeart/2005/8/layout/list1"/>
    <dgm:cxn modelId="{7465EE79-8BAA-4A56-B069-7C211AEE6BDA}" type="presOf" srcId="{B5447C32-F081-42DE-930A-B58A78C380E1}" destId="{E954952A-5035-4E37-B866-C6C6F1100CE6}" srcOrd="1" destOrd="0" presId="urn:microsoft.com/office/officeart/2005/8/layout/list1"/>
    <dgm:cxn modelId="{9B7FEA7B-8535-477B-A258-E7B6A339F3D9}" type="presOf" srcId="{CF450F91-A20A-4784-AF7E-4CA8B83681B8}" destId="{5D5B3B4C-DC72-4CDB-BD6A-4F9A6059580F}" srcOrd="0" destOrd="0" presId="urn:microsoft.com/office/officeart/2005/8/layout/list1"/>
    <dgm:cxn modelId="{C3CB5681-8316-4B68-90BE-C743127980D7}" type="presOf" srcId="{7553C6E8-603B-4186-A90B-F5B6797C7F9E}" destId="{6728B11F-D86B-4999-B99C-935E3DEB2131}" srcOrd="0" destOrd="0" presId="urn:microsoft.com/office/officeart/2005/8/layout/list1"/>
    <dgm:cxn modelId="{7DC52584-BAD4-4975-919C-7FADD4B7492C}" type="presOf" srcId="{313F8253-265E-45F4-87DB-D950A4366D76}" destId="{379B1C0D-14BC-4507-BB87-38DC65DA9B45}" srcOrd="0" destOrd="1" presId="urn:microsoft.com/office/officeart/2005/8/layout/list1"/>
    <dgm:cxn modelId="{A30D8A8E-09CB-4AF4-B183-347E50EC2D87}" srcId="{CF450F91-A20A-4784-AF7E-4CA8B83681B8}" destId="{B5447C32-F081-42DE-930A-B58A78C380E1}" srcOrd="4" destOrd="0" parTransId="{57613B47-572B-48A5-8AD1-ADFA8136CC54}" sibTransId="{576CF203-86B5-40AE-B96D-DE05A5D102C5}"/>
    <dgm:cxn modelId="{C044A48E-DAE5-49B5-83B4-17A01815EFDB}" type="presOf" srcId="{104686FB-B37F-48DB-8C8E-9862542A9980}" destId="{CF8DA2A6-D172-4D3B-BB06-09ED6DED60AB}" srcOrd="1" destOrd="0" presId="urn:microsoft.com/office/officeart/2005/8/layout/list1"/>
    <dgm:cxn modelId="{4F358B94-58D4-4F7A-B803-F7BC4CB0604B}" type="presOf" srcId="{9403ED70-FAB6-491B-995B-41F7FB57FEE4}" destId="{FD803CD2-DDAE-40E7-B5D4-524622C850FF}" srcOrd="0" destOrd="0" presId="urn:microsoft.com/office/officeart/2005/8/layout/list1"/>
    <dgm:cxn modelId="{4A5D7C97-3B86-4CDD-8089-4370BA0E2D73}" type="presOf" srcId="{F917C6BD-25EE-489C-8CFC-833F7364CD52}" destId="{32C8C9BA-1DA5-46BB-84BF-00B29E03FF31}" srcOrd="1" destOrd="0" presId="urn:microsoft.com/office/officeart/2005/8/layout/list1"/>
    <dgm:cxn modelId="{59D6659B-B889-4EBF-A94F-9E2134C3E1C7}" type="presOf" srcId="{AF151CB9-D478-4BF2-9EFC-8C7F744D1B5A}" destId="{DCC80553-E73F-4656-BF8C-C61C2EF88167}" srcOrd="0" destOrd="0" presId="urn:microsoft.com/office/officeart/2005/8/layout/list1"/>
    <dgm:cxn modelId="{2C215D9E-9959-45FE-936A-5AB17F21A18C}" type="presOf" srcId="{DB7F8ADB-A943-4BD1-9A87-543A26422527}" destId="{A2B8C3F6-6ACA-472C-9A9A-913983FDE5B3}" srcOrd="0" destOrd="0" presId="urn:microsoft.com/office/officeart/2005/8/layout/list1"/>
    <dgm:cxn modelId="{E27398A0-B350-4A7A-B0A9-A9038EBA7800}" type="presOf" srcId="{AF151CB9-D478-4BF2-9EFC-8C7F744D1B5A}" destId="{A86E0AD7-E545-45D8-BBEA-62893D9F63AD}" srcOrd="1" destOrd="0" presId="urn:microsoft.com/office/officeart/2005/8/layout/list1"/>
    <dgm:cxn modelId="{8A94AEA0-264A-43CB-90FB-0A2EE0CEBB9B}" type="presOf" srcId="{94CCE4D3-C57B-4D32-B1AC-915321457330}" destId="{7070A9AB-3967-47FB-BA18-0C3E3533B3D3}" srcOrd="1" destOrd="0" presId="urn:microsoft.com/office/officeart/2005/8/layout/list1"/>
    <dgm:cxn modelId="{25D70CAB-FA70-4770-8A15-E7E83246E7A0}" type="presOf" srcId="{F917C6BD-25EE-489C-8CFC-833F7364CD52}" destId="{70CC076A-598E-4AD0-A5D3-04559067B6D5}" srcOrd="0" destOrd="0" presId="urn:microsoft.com/office/officeart/2005/8/layout/list1"/>
    <dgm:cxn modelId="{A6D313B7-90C8-4699-8B56-766F38A335CF}" srcId="{F917C6BD-25EE-489C-8CFC-833F7364CD52}" destId="{5B38CF43-840D-4E87-AED0-91E232CEF168}" srcOrd="0" destOrd="0" parTransId="{402270C4-1BA2-4901-9710-0B50583B3797}" sibTransId="{D08362D3-954C-4481-A4AC-49F7726AECFB}"/>
    <dgm:cxn modelId="{B11ED1C5-9F45-4CC5-BA95-A812AB2C52BE}" srcId="{CF450F91-A20A-4784-AF7E-4CA8B83681B8}" destId="{DB7F8ADB-A943-4BD1-9A87-543A26422527}" srcOrd="1" destOrd="0" parTransId="{CE02BAA1-9F6F-41F8-B795-9A007C6BEBB0}" sibTransId="{66AEE3E6-850F-4DEB-A8F5-7AC6FBC9D527}"/>
    <dgm:cxn modelId="{2F4A9ECF-8F6B-4B36-9FCF-0DA748B08C51}" type="presOf" srcId="{75743AB6-B69A-46D9-9A38-008A0B318EAC}" destId="{51823CB3-B8A4-433A-B797-075BA2162FD3}" srcOrd="1" destOrd="0" presId="urn:microsoft.com/office/officeart/2005/8/layout/list1"/>
    <dgm:cxn modelId="{7FBE25D2-5613-4FE6-9E33-E4D07BC6DF61}" srcId="{CF450F91-A20A-4784-AF7E-4CA8B83681B8}" destId="{104686FB-B37F-48DB-8C8E-9862542A9980}" srcOrd="7" destOrd="0" parTransId="{7E6C0251-51B5-4A73-B306-B05609FC658F}" sibTransId="{615107D6-170B-42DA-9CFF-27D7E14C3622}"/>
    <dgm:cxn modelId="{11F2C3DF-5B99-4ADB-B6FE-61DC02A00AE4}" type="presOf" srcId="{75743AB6-B69A-46D9-9A38-008A0B318EAC}" destId="{D9587584-C675-4A42-AC53-05226B1C510E}" srcOrd="0" destOrd="0" presId="urn:microsoft.com/office/officeart/2005/8/layout/list1"/>
    <dgm:cxn modelId="{580937E3-32F8-4C81-83B7-785E4A9F3E63}" type="presOf" srcId="{5B38CF43-840D-4E87-AED0-91E232CEF168}" destId="{983C5B71-501B-4DD0-A841-EFF8D051BDAC}" srcOrd="0" destOrd="0" presId="urn:microsoft.com/office/officeart/2005/8/layout/list1"/>
    <dgm:cxn modelId="{928D6BE5-6B32-463F-8B09-021E0B450AC0}" type="presOf" srcId="{431DAD09-D905-4236-97A8-6986FB69C355}" destId="{0C0F982D-85B3-4346-B23E-5D4D7836D37A}" srcOrd="0" destOrd="0" presId="urn:microsoft.com/office/officeart/2005/8/layout/list1"/>
    <dgm:cxn modelId="{723854F3-86AA-464F-A650-A2263B343657}" srcId="{75743AB6-B69A-46D9-9A38-008A0B318EAC}" destId="{EF1B34FD-B5D1-47D2-A55D-EA65AF752594}" srcOrd="0" destOrd="0" parTransId="{5A7D8A35-86BF-4CA1-BDA5-860FD1D98D88}" sibTransId="{6C992E47-E429-40A3-8298-F3919A53BBE9}"/>
    <dgm:cxn modelId="{9C3212F4-C303-4C20-98D6-3AB5DE654E19}" srcId="{CF450F91-A20A-4784-AF7E-4CA8B83681B8}" destId="{75743AB6-B69A-46D9-9A38-008A0B318EAC}" srcOrd="3" destOrd="0" parTransId="{360F5D22-3D40-4390-9317-0DEA3D58D89A}" sibTransId="{08C5873F-DEC5-4D2B-B212-693ED643C952}"/>
    <dgm:cxn modelId="{7DC86BF7-D532-4D12-8751-8A17D3768624}" srcId="{94CCE4D3-C57B-4D32-B1AC-915321457330}" destId="{7553C6E8-603B-4186-A90B-F5B6797C7F9E}" srcOrd="0" destOrd="0" parTransId="{210223B8-B0B5-401D-B9F6-5BFB73D01C00}" sibTransId="{3300BD8C-A98B-4387-A29C-245CA326DB42}"/>
    <dgm:cxn modelId="{CBF7ADFB-9792-4FB4-992F-8FC299831655}" srcId="{DB7F8ADB-A943-4BD1-9A87-543A26422527}" destId="{72EAC394-FC10-49C8-A46C-090436CF3456}" srcOrd="0" destOrd="0" parTransId="{FA496DF1-480F-4234-936B-B3A3648233CE}" sibTransId="{D7DA84A1-7371-4B53-9A97-FD8788F74ED6}"/>
    <dgm:cxn modelId="{BE8B12FC-E027-4E53-B12B-BA8EA874905F}" type="presOf" srcId="{E2E158EB-051E-4DCA-88BF-23841A291790}" destId="{570E44F3-8387-48C8-8311-D29A9EA47853}" srcOrd="0" destOrd="0" presId="urn:microsoft.com/office/officeart/2005/8/layout/list1"/>
    <dgm:cxn modelId="{D5B1E245-91F4-42D4-8CCF-01FA4FFDDFB8}" type="presParOf" srcId="{5D5B3B4C-DC72-4CDB-BD6A-4F9A6059580F}" destId="{805D2CD1-27C5-4234-B420-D6D91A872F51}" srcOrd="0" destOrd="0" presId="urn:microsoft.com/office/officeart/2005/8/layout/list1"/>
    <dgm:cxn modelId="{9F02A154-06D9-446D-8B18-3A27056EE7E1}" type="presParOf" srcId="{805D2CD1-27C5-4234-B420-D6D91A872F51}" destId="{BFDA33CB-E6B8-4768-937A-31FAFCB3484E}" srcOrd="0" destOrd="0" presId="urn:microsoft.com/office/officeart/2005/8/layout/list1"/>
    <dgm:cxn modelId="{BFFC0CA5-9152-487C-B743-F0DA73C27D4E}" type="presParOf" srcId="{805D2CD1-27C5-4234-B420-D6D91A872F51}" destId="{7070A9AB-3967-47FB-BA18-0C3E3533B3D3}" srcOrd="1" destOrd="0" presId="urn:microsoft.com/office/officeart/2005/8/layout/list1"/>
    <dgm:cxn modelId="{FD016833-BC1A-445E-A99E-91DB55D62EFE}" type="presParOf" srcId="{5D5B3B4C-DC72-4CDB-BD6A-4F9A6059580F}" destId="{90103020-0151-45F2-994E-DFBA6B5584EC}" srcOrd="1" destOrd="0" presId="urn:microsoft.com/office/officeart/2005/8/layout/list1"/>
    <dgm:cxn modelId="{36E0F33B-6EC4-4D5E-87C0-74B750F3AC38}" type="presParOf" srcId="{5D5B3B4C-DC72-4CDB-BD6A-4F9A6059580F}" destId="{6728B11F-D86B-4999-B99C-935E3DEB2131}" srcOrd="2" destOrd="0" presId="urn:microsoft.com/office/officeart/2005/8/layout/list1"/>
    <dgm:cxn modelId="{0009B47C-E1A2-45B1-8DCF-45498AEF02BD}" type="presParOf" srcId="{5D5B3B4C-DC72-4CDB-BD6A-4F9A6059580F}" destId="{FA4F161B-24AE-4630-B827-8F7D9A55CFF6}" srcOrd="3" destOrd="0" presId="urn:microsoft.com/office/officeart/2005/8/layout/list1"/>
    <dgm:cxn modelId="{1F50C799-942E-440F-9C7A-AB47A833C0E9}" type="presParOf" srcId="{5D5B3B4C-DC72-4CDB-BD6A-4F9A6059580F}" destId="{E30F6E22-9B26-4602-9D48-87E5850E0215}" srcOrd="4" destOrd="0" presId="urn:microsoft.com/office/officeart/2005/8/layout/list1"/>
    <dgm:cxn modelId="{982E7B5C-2C13-4DE5-96C8-61ED462B4FBC}" type="presParOf" srcId="{E30F6E22-9B26-4602-9D48-87E5850E0215}" destId="{A2B8C3F6-6ACA-472C-9A9A-913983FDE5B3}" srcOrd="0" destOrd="0" presId="urn:microsoft.com/office/officeart/2005/8/layout/list1"/>
    <dgm:cxn modelId="{C5BA4AAD-43D2-4302-85D4-59F7AD431A9D}" type="presParOf" srcId="{E30F6E22-9B26-4602-9D48-87E5850E0215}" destId="{CD2FCC56-9B7E-49F4-807C-72C60E0D3CE7}" srcOrd="1" destOrd="0" presId="urn:microsoft.com/office/officeart/2005/8/layout/list1"/>
    <dgm:cxn modelId="{D475495F-C12E-4797-A06F-F0B145670AE8}" type="presParOf" srcId="{5D5B3B4C-DC72-4CDB-BD6A-4F9A6059580F}" destId="{B9569194-45F1-4934-BBDF-BFF755CD6600}" srcOrd="5" destOrd="0" presId="urn:microsoft.com/office/officeart/2005/8/layout/list1"/>
    <dgm:cxn modelId="{A080129A-ADB6-4E7C-84F1-4A6AEEEB0DE0}" type="presParOf" srcId="{5D5B3B4C-DC72-4CDB-BD6A-4F9A6059580F}" destId="{379B1C0D-14BC-4507-BB87-38DC65DA9B45}" srcOrd="6" destOrd="0" presId="urn:microsoft.com/office/officeart/2005/8/layout/list1"/>
    <dgm:cxn modelId="{8EC0152D-1C92-44B0-A626-50026E8D6BAB}" type="presParOf" srcId="{5D5B3B4C-DC72-4CDB-BD6A-4F9A6059580F}" destId="{8EC9059A-8DA8-4E29-A714-0FA41478F7AA}" srcOrd="7" destOrd="0" presId="urn:microsoft.com/office/officeart/2005/8/layout/list1"/>
    <dgm:cxn modelId="{CC5837E1-D79B-4EDF-90D5-126DBE956902}" type="presParOf" srcId="{5D5B3B4C-DC72-4CDB-BD6A-4F9A6059580F}" destId="{F0023063-42DA-4D6C-983D-27AE7851834E}" srcOrd="8" destOrd="0" presId="urn:microsoft.com/office/officeart/2005/8/layout/list1"/>
    <dgm:cxn modelId="{F43981F4-D2B9-4FED-9F9B-179C38552DE2}" type="presParOf" srcId="{F0023063-42DA-4D6C-983D-27AE7851834E}" destId="{0C0F982D-85B3-4346-B23E-5D4D7836D37A}" srcOrd="0" destOrd="0" presId="urn:microsoft.com/office/officeart/2005/8/layout/list1"/>
    <dgm:cxn modelId="{46F1E0B8-A5FB-4A15-8E70-DAA5A834F83B}" type="presParOf" srcId="{F0023063-42DA-4D6C-983D-27AE7851834E}" destId="{A400A255-31A6-4951-8C1F-D36DBD64024E}" srcOrd="1" destOrd="0" presId="urn:microsoft.com/office/officeart/2005/8/layout/list1"/>
    <dgm:cxn modelId="{36888214-ED4B-4122-AAA3-FD0C28E1740D}" type="presParOf" srcId="{5D5B3B4C-DC72-4CDB-BD6A-4F9A6059580F}" destId="{33CF6EE0-9302-4C3E-8A28-AAC59834C502}" srcOrd="9" destOrd="0" presId="urn:microsoft.com/office/officeart/2005/8/layout/list1"/>
    <dgm:cxn modelId="{0B63B375-21B1-4B11-AC4D-20F2E89202F3}" type="presParOf" srcId="{5D5B3B4C-DC72-4CDB-BD6A-4F9A6059580F}" destId="{570E44F3-8387-48C8-8311-D29A9EA47853}" srcOrd="10" destOrd="0" presId="urn:microsoft.com/office/officeart/2005/8/layout/list1"/>
    <dgm:cxn modelId="{71ECD4EE-80D0-4EEA-A251-C124A5C98643}" type="presParOf" srcId="{5D5B3B4C-DC72-4CDB-BD6A-4F9A6059580F}" destId="{E1EA720F-09ED-4527-934E-AEC24837D31D}" srcOrd="11" destOrd="0" presId="urn:microsoft.com/office/officeart/2005/8/layout/list1"/>
    <dgm:cxn modelId="{2E9575E9-B194-4040-8168-55BB2E4E69FD}" type="presParOf" srcId="{5D5B3B4C-DC72-4CDB-BD6A-4F9A6059580F}" destId="{2E8E4073-8262-43F2-B5C8-D11FD5B6C10C}" srcOrd="12" destOrd="0" presId="urn:microsoft.com/office/officeart/2005/8/layout/list1"/>
    <dgm:cxn modelId="{279F53D9-2F0A-4916-A09E-3046D5AF9933}" type="presParOf" srcId="{2E8E4073-8262-43F2-B5C8-D11FD5B6C10C}" destId="{D9587584-C675-4A42-AC53-05226B1C510E}" srcOrd="0" destOrd="0" presId="urn:microsoft.com/office/officeart/2005/8/layout/list1"/>
    <dgm:cxn modelId="{8BB1530D-E784-4926-B678-063A290E202B}" type="presParOf" srcId="{2E8E4073-8262-43F2-B5C8-D11FD5B6C10C}" destId="{51823CB3-B8A4-433A-B797-075BA2162FD3}" srcOrd="1" destOrd="0" presId="urn:microsoft.com/office/officeart/2005/8/layout/list1"/>
    <dgm:cxn modelId="{58C763C6-9245-4DD1-9576-9890A2EB3C17}" type="presParOf" srcId="{5D5B3B4C-DC72-4CDB-BD6A-4F9A6059580F}" destId="{81ABBD52-1229-460B-899B-0353886E5488}" srcOrd="13" destOrd="0" presId="urn:microsoft.com/office/officeart/2005/8/layout/list1"/>
    <dgm:cxn modelId="{7B8C0393-6A81-4153-86E7-AE486B26CEB4}" type="presParOf" srcId="{5D5B3B4C-DC72-4CDB-BD6A-4F9A6059580F}" destId="{43FAB000-FE77-4EBF-8EB2-2681BD8495D6}" srcOrd="14" destOrd="0" presId="urn:microsoft.com/office/officeart/2005/8/layout/list1"/>
    <dgm:cxn modelId="{A9DE7072-9AF7-40B0-8C5C-62E3E98428DA}" type="presParOf" srcId="{5D5B3B4C-DC72-4CDB-BD6A-4F9A6059580F}" destId="{A252140E-ECAB-4867-BAFD-0D4364C0A60C}" srcOrd="15" destOrd="0" presId="urn:microsoft.com/office/officeart/2005/8/layout/list1"/>
    <dgm:cxn modelId="{ACCCFFF0-693C-486F-8B26-3A3B6BF6EC6F}" type="presParOf" srcId="{5D5B3B4C-DC72-4CDB-BD6A-4F9A6059580F}" destId="{5A72B1C3-916D-49D1-9655-1FD00448E367}" srcOrd="16" destOrd="0" presId="urn:microsoft.com/office/officeart/2005/8/layout/list1"/>
    <dgm:cxn modelId="{8750F7F4-7C8F-4F77-9C72-22625E46936A}" type="presParOf" srcId="{5A72B1C3-916D-49D1-9655-1FD00448E367}" destId="{5CC1EC0B-274B-4BEA-9D74-CEE92530B7D0}" srcOrd="0" destOrd="0" presId="urn:microsoft.com/office/officeart/2005/8/layout/list1"/>
    <dgm:cxn modelId="{25D401C7-B820-41B1-9F45-3712A8E905BF}" type="presParOf" srcId="{5A72B1C3-916D-49D1-9655-1FD00448E367}" destId="{E954952A-5035-4E37-B866-C6C6F1100CE6}" srcOrd="1" destOrd="0" presId="urn:microsoft.com/office/officeart/2005/8/layout/list1"/>
    <dgm:cxn modelId="{6793E937-CB13-4ACE-AD41-3C2B01182B67}" type="presParOf" srcId="{5D5B3B4C-DC72-4CDB-BD6A-4F9A6059580F}" destId="{8756EC1E-D4E9-4687-9219-B69AF0869C14}" srcOrd="17" destOrd="0" presId="urn:microsoft.com/office/officeart/2005/8/layout/list1"/>
    <dgm:cxn modelId="{BCAA09F5-F92C-441B-8720-2E00ADE187D3}" type="presParOf" srcId="{5D5B3B4C-DC72-4CDB-BD6A-4F9A6059580F}" destId="{FD803CD2-DDAE-40E7-B5D4-524622C850FF}" srcOrd="18" destOrd="0" presId="urn:microsoft.com/office/officeart/2005/8/layout/list1"/>
    <dgm:cxn modelId="{C2E73CA5-B432-44E6-B8EE-84FA46F53BBA}" type="presParOf" srcId="{5D5B3B4C-DC72-4CDB-BD6A-4F9A6059580F}" destId="{3F47B46F-C438-4AC6-8902-39633F0BC391}" srcOrd="19" destOrd="0" presId="urn:microsoft.com/office/officeart/2005/8/layout/list1"/>
    <dgm:cxn modelId="{D35D44EB-6CEC-4657-9F7F-A42E155BD05B}" type="presParOf" srcId="{5D5B3B4C-DC72-4CDB-BD6A-4F9A6059580F}" destId="{16BA78D4-39C8-4B10-9CD2-8A2BD98ADD5E}" srcOrd="20" destOrd="0" presId="urn:microsoft.com/office/officeart/2005/8/layout/list1"/>
    <dgm:cxn modelId="{AC942A63-0B20-4ECB-921B-BA63BB5AB7C8}" type="presParOf" srcId="{16BA78D4-39C8-4B10-9CD2-8A2BD98ADD5E}" destId="{70CC076A-598E-4AD0-A5D3-04559067B6D5}" srcOrd="0" destOrd="0" presId="urn:microsoft.com/office/officeart/2005/8/layout/list1"/>
    <dgm:cxn modelId="{A9687BD2-3009-4281-8749-0FF465CB48A9}" type="presParOf" srcId="{16BA78D4-39C8-4B10-9CD2-8A2BD98ADD5E}" destId="{32C8C9BA-1DA5-46BB-84BF-00B29E03FF31}" srcOrd="1" destOrd="0" presId="urn:microsoft.com/office/officeart/2005/8/layout/list1"/>
    <dgm:cxn modelId="{6836D322-0B87-475E-AB44-7A0587E2904C}" type="presParOf" srcId="{5D5B3B4C-DC72-4CDB-BD6A-4F9A6059580F}" destId="{21A8A2EF-2B28-484E-A4A7-1E7E35527093}" srcOrd="21" destOrd="0" presId="urn:microsoft.com/office/officeart/2005/8/layout/list1"/>
    <dgm:cxn modelId="{4739F15C-D671-425A-BCDF-827C86ECFB57}" type="presParOf" srcId="{5D5B3B4C-DC72-4CDB-BD6A-4F9A6059580F}" destId="{983C5B71-501B-4DD0-A841-EFF8D051BDAC}" srcOrd="22" destOrd="0" presId="urn:microsoft.com/office/officeart/2005/8/layout/list1"/>
    <dgm:cxn modelId="{05BD4385-BD52-4509-B3D1-C1291F95F878}" type="presParOf" srcId="{5D5B3B4C-DC72-4CDB-BD6A-4F9A6059580F}" destId="{3A0CDFD5-13A1-429C-A374-9A8D75569EF5}" srcOrd="23" destOrd="0" presId="urn:microsoft.com/office/officeart/2005/8/layout/list1"/>
    <dgm:cxn modelId="{13E6C194-4CB7-4F3A-B0AB-39A122BB3EDB}" type="presParOf" srcId="{5D5B3B4C-DC72-4CDB-BD6A-4F9A6059580F}" destId="{4683553F-6C35-49DE-B7BD-B4EC25AF2D6E}" srcOrd="24" destOrd="0" presId="urn:microsoft.com/office/officeart/2005/8/layout/list1"/>
    <dgm:cxn modelId="{E89708AD-CF02-4360-A409-EC3B169ECF13}" type="presParOf" srcId="{4683553F-6C35-49DE-B7BD-B4EC25AF2D6E}" destId="{DCC80553-E73F-4656-BF8C-C61C2EF88167}" srcOrd="0" destOrd="0" presId="urn:microsoft.com/office/officeart/2005/8/layout/list1"/>
    <dgm:cxn modelId="{3796DBC8-BE27-4FC7-AF00-AFED8024C5BB}" type="presParOf" srcId="{4683553F-6C35-49DE-B7BD-B4EC25AF2D6E}" destId="{A86E0AD7-E545-45D8-BBEA-62893D9F63AD}" srcOrd="1" destOrd="0" presId="urn:microsoft.com/office/officeart/2005/8/layout/list1"/>
    <dgm:cxn modelId="{6E0EF576-CC24-4265-B4D0-01CCB7D19728}" type="presParOf" srcId="{5D5B3B4C-DC72-4CDB-BD6A-4F9A6059580F}" destId="{884DF030-838F-4525-A48D-A48AE1C1E934}" srcOrd="25" destOrd="0" presId="urn:microsoft.com/office/officeart/2005/8/layout/list1"/>
    <dgm:cxn modelId="{1887FDB6-47C6-4BF9-9CEF-2664A06DF297}" type="presParOf" srcId="{5D5B3B4C-DC72-4CDB-BD6A-4F9A6059580F}" destId="{5D9525F7-A0B5-4C44-96A1-E0AD4D46DABB}" srcOrd="26" destOrd="0" presId="urn:microsoft.com/office/officeart/2005/8/layout/list1"/>
    <dgm:cxn modelId="{1B62BBE0-DAEF-479A-B06D-9CEBA05C9E7D}" type="presParOf" srcId="{5D5B3B4C-DC72-4CDB-BD6A-4F9A6059580F}" destId="{758F8A24-5D7C-43B7-88A2-1CE8212A2C80}" srcOrd="27" destOrd="0" presId="urn:microsoft.com/office/officeart/2005/8/layout/list1"/>
    <dgm:cxn modelId="{42E9D09E-91C8-4534-8541-CADF359F77B1}" type="presParOf" srcId="{5D5B3B4C-DC72-4CDB-BD6A-4F9A6059580F}" destId="{98ECDC67-7D36-478B-BC08-D786F7D2AE1A}" srcOrd="28" destOrd="0" presId="urn:microsoft.com/office/officeart/2005/8/layout/list1"/>
    <dgm:cxn modelId="{F72C9324-09FB-4C45-A64C-93541DCB33AF}" type="presParOf" srcId="{98ECDC67-7D36-478B-BC08-D786F7D2AE1A}" destId="{4B0C006E-73E6-4359-83F1-5A069FD7F482}" srcOrd="0" destOrd="0" presId="urn:microsoft.com/office/officeart/2005/8/layout/list1"/>
    <dgm:cxn modelId="{6CF56C6F-3CDE-4B28-842A-9CD654C43D1E}" type="presParOf" srcId="{98ECDC67-7D36-478B-BC08-D786F7D2AE1A}" destId="{CF8DA2A6-D172-4D3B-BB06-09ED6DED60AB}" srcOrd="1" destOrd="0" presId="urn:microsoft.com/office/officeart/2005/8/layout/list1"/>
    <dgm:cxn modelId="{4B1144C9-F85B-42C8-A186-8A5416D1F812}" type="presParOf" srcId="{5D5B3B4C-DC72-4CDB-BD6A-4F9A6059580F}" destId="{607C78E0-31A8-49B4-8990-7F755A1D58C8}" srcOrd="29" destOrd="0" presId="urn:microsoft.com/office/officeart/2005/8/layout/list1"/>
    <dgm:cxn modelId="{D829265E-9D2F-4793-B5E3-DAE5F37E232B}" type="presParOf" srcId="{5D5B3B4C-DC72-4CDB-BD6A-4F9A6059580F}" destId="{DD5DE085-E423-4765-B0A5-31509546B237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4BBC0E-E8A3-40D0-A1D2-914A8F8D290E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EFF6185-00C5-431C-804A-D63BC876B292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IETE Journal Paper</a:t>
          </a:r>
          <a:endParaRPr lang="en-IN" dirty="0"/>
        </a:p>
      </dgm:t>
    </dgm:pt>
    <dgm:pt modelId="{3F0EE592-C507-4134-884A-55E726C191F3}" type="parTrans" cxnId="{07560E45-A797-406B-B46E-6E8EA57D4FD8}">
      <dgm:prSet/>
      <dgm:spPr/>
      <dgm:t>
        <a:bodyPr/>
        <a:lstStyle/>
        <a:p>
          <a:endParaRPr lang="en-IN"/>
        </a:p>
      </dgm:t>
    </dgm:pt>
    <dgm:pt modelId="{B49F2089-3D8D-4684-89E2-97128D0842AE}" type="sibTrans" cxnId="{07560E45-A797-406B-B46E-6E8EA57D4FD8}">
      <dgm:prSet/>
      <dgm:spPr/>
      <dgm:t>
        <a:bodyPr/>
        <a:lstStyle/>
        <a:p>
          <a:endParaRPr lang="en-IN"/>
        </a:p>
      </dgm:t>
    </dgm:pt>
    <dgm:pt modelId="{14385482-9EFC-43A3-8A05-2A8554CDFAF9}">
      <dgm:prSet phldrT="[Text]"/>
      <dgm:spPr/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Working Python Codebase</a:t>
          </a:r>
          <a:endParaRPr lang="en-IN" dirty="0"/>
        </a:p>
      </dgm:t>
    </dgm:pt>
    <dgm:pt modelId="{2B66C5C6-95F0-4C9F-BE97-87E5DFF74E99}" type="parTrans" cxnId="{07D2C663-681C-415F-A398-1B6ADA129E8D}">
      <dgm:prSet/>
      <dgm:spPr/>
      <dgm:t>
        <a:bodyPr/>
        <a:lstStyle/>
        <a:p>
          <a:endParaRPr lang="en-IN"/>
        </a:p>
      </dgm:t>
    </dgm:pt>
    <dgm:pt modelId="{AC3354BC-F480-433A-817E-DC770734C918}" type="sibTrans" cxnId="{07D2C663-681C-415F-A398-1B6ADA129E8D}">
      <dgm:prSet/>
      <dgm:spPr/>
      <dgm:t>
        <a:bodyPr/>
        <a:lstStyle/>
        <a:p>
          <a:endParaRPr lang="en-IN"/>
        </a:p>
      </dgm:t>
    </dgm:pt>
    <dgm:pt modelId="{33D10240-DFD7-4BCF-9E9A-95F3889AA593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Evaluation Reports</a:t>
          </a:r>
          <a:endParaRPr lang="en-IN" dirty="0"/>
        </a:p>
      </dgm:t>
    </dgm:pt>
    <dgm:pt modelId="{7FC249B3-E193-45EB-8BB5-DBF33C06BC0D}" type="parTrans" cxnId="{6E094E78-0444-4F86-A645-FD67E96ADC34}">
      <dgm:prSet/>
      <dgm:spPr/>
      <dgm:t>
        <a:bodyPr/>
        <a:lstStyle/>
        <a:p>
          <a:endParaRPr lang="en-IN"/>
        </a:p>
      </dgm:t>
    </dgm:pt>
    <dgm:pt modelId="{7D18350F-7631-44B2-8712-C0104B3D9269}" type="sibTrans" cxnId="{6E094E78-0444-4F86-A645-FD67E96ADC34}">
      <dgm:prSet/>
      <dgm:spPr/>
      <dgm:t>
        <a:bodyPr/>
        <a:lstStyle/>
        <a:p>
          <a:endParaRPr lang="en-IN"/>
        </a:p>
      </dgm:t>
    </dgm:pt>
    <dgm:pt modelId="{6F92B353-52E3-4E17-B817-C2C55A84C985}">
      <dgm:prSet phldrT="[Text]"/>
      <dgm:spPr/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GNU Radio Flowgraph</a:t>
          </a:r>
          <a:endParaRPr lang="en-IN" dirty="0"/>
        </a:p>
      </dgm:t>
    </dgm:pt>
    <dgm:pt modelId="{D1E8CE6D-B87F-4550-A6B5-70439B5E7AB8}" type="parTrans" cxnId="{5B6BBDA4-70B8-49D5-850D-35F5B2C700B1}">
      <dgm:prSet/>
      <dgm:spPr/>
      <dgm:t>
        <a:bodyPr/>
        <a:lstStyle/>
        <a:p>
          <a:endParaRPr lang="en-IN"/>
        </a:p>
      </dgm:t>
    </dgm:pt>
    <dgm:pt modelId="{FA510411-1842-4892-8F13-957B1164FF48}" type="sibTrans" cxnId="{5B6BBDA4-70B8-49D5-850D-35F5B2C700B1}">
      <dgm:prSet/>
      <dgm:spPr/>
      <dgm:t>
        <a:bodyPr/>
        <a:lstStyle/>
        <a:p>
          <a:endParaRPr lang="en-IN"/>
        </a:p>
      </dgm:t>
    </dgm:pt>
    <dgm:pt modelId="{3CEFB066-240E-4F93-B8B1-A6B50E0AA793}" type="pres">
      <dgm:prSet presAssocID="{254BBC0E-E8A3-40D0-A1D2-914A8F8D290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063C6EA-1CCB-4631-9C0E-353EE4F87B2A}" type="pres">
      <dgm:prSet presAssocID="{BEFF6185-00C5-431C-804A-D63BC876B292}" presName="Accent1" presStyleCnt="0"/>
      <dgm:spPr/>
    </dgm:pt>
    <dgm:pt modelId="{B90734D7-3A1B-42C8-AFFB-F7860FF8EADB}" type="pres">
      <dgm:prSet presAssocID="{BEFF6185-00C5-431C-804A-D63BC876B292}" presName="Accent" presStyleLbl="node1" presStyleIdx="0" presStyleCnt="4"/>
      <dgm:spPr/>
    </dgm:pt>
    <dgm:pt modelId="{6A902EEC-5800-47DC-A08C-4E6598E7AE33}" type="pres">
      <dgm:prSet presAssocID="{BEFF6185-00C5-431C-804A-D63BC876B292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3D4845E4-BDD7-4529-B867-2B61995A0015}" type="pres">
      <dgm:prSet presAssocID="{14385482-9EFC-43A3-8A05-2A8554CDFAF9}" presName="Accent2" presStyleCnt="0"/>
      <dgm:spPr/>
    </dgm:pt>
    <dgm:pt modelId="{2A2EE207-DED7-42D0-AAE0-2C7659544AB8}" type="pres">
      <dgm:prSet presAssocID="{14385482-9EFC-43A3-8A05-2A8554CDFAF9}" presName="Accent" presStyleLbl="node1" presStyleIdx="1" presStyleCnt="4"/>
      <dgm:spPr/>
    </dgm:pt>
    <dgm:pt modelId="{1F28F789-474B-4B75-AB8D-7028587E4CF5}" type="pres">
      <dgm:prSet presAssocID="{14385482-9EFC-43A3-8A05-2A8554CDFAF9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D54C5AD5-977F-4818-BA58-745C950B057C}" type="pres">
      <dgm:prSet presAssocID="{33D10240-DFD7-4BCF-9E9A-95F3889AA593}" presName="Accent3" presStyleCnt="0"/>
      <dgm:spPr/>
    </dgm:pt>
    <dgm:pt modelId="{7654FDEA-26F8-4F7A-98EA-A68C8C12F9D7}" type="pres">
      <dgm:prSet presAssocID="{33D10240-DFD7-4BCF-9E9A-95F3889AA593}" presName="Accent" presStyleLbl="node1" presStyleIdx="2" presStyleCnt="4"/>
      <dgm:spPr/>
    </dgm:pt>
    <dgm:pt modelId="{FC833A45-B17A-4297-812E-614EE2521F0C}" type="pres">
      <dgm:prSet presAssocID="{33D10240-DFD7-4BCF-9E9A-95F3889AA593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88D831CE-BA35-4F20-BA28-C3C793C3CD0F}" type="pres">
      <dgm:prSet presAssocID="{6F92B353-52E3-4E17-B817-C2C55A84C985}" presName="Accent4" presStyleCnt="0"/>
      <dgm:spPr/>
    </dgm:pt>
    <dgm:pt modelId="{E180B4B6-276C-47C5-84B1-E5D631E9B177}" type="pres">
      <dgm:prSet presAssocID="{6F92B353-52E3-4E17-B817-C2C55A84C985}" presName="Accent" presStyleLbl="node1" presStyleIdx="3" presStyleCnt="4"/>
      <dgm:spPr/>
    </dgm:pt>
    <dgm:pt modelId="{C7DDC090-AA22-476B-A2F6-E23D7DB517D2}" type="pres">
      <dgm:prSet presAssocID="{6F92B353-52E3-4E17-B817-C2C55A84C985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793AC421-E3CB-4F11-832A-2CDC26F481BB}" type="presOf" srcId="{33D10240-DFD7-4BCF-9E9A-95F3889AA593}" destId="{FC833A45-B17A-4297-812E-614EE2521F0C}" srcOrd="0" destOrd="0" presId="urn:microsoft.com/office/officeart/2009/layout/CircleArrowProcess"/>
    <dgm:cxn modelId="{5934AD43-C3DD-4869-BE99-8A11A4F8C80C}" type="presOf" srcId="{6F92B353-52E3-4E17-B817-C2C55A84C985}" destId="{C7DDC090-AA22-476B-A2F6-E23D7DB517D2}" srcOrd="0" destOrd="0" presId="urn:microsoft.com/office/officeart/2009/layout/CircleArrowProcess"/>
    <dgm:cxn modelId="{07D2C663-681C-415F-A398-1B6ADA129E8D}" srcId="{254BBC0E-E8A3-40D0-A1D2-914A8F8D290E}" destId="{14385482-9EFC-43A3-8A05-2A8554CDFAF9}" srcOrd="1" destOrd="0" parTransId="{2B66C5C6-95F0-4C9F-BE97-87E5DFF74E99}" sibTransId="{AC3354BC-F480-433A-817E-DC770734C918}"/>
    <dgm:cxn modelId="{07560E45-A797-406B-B46E-6E8EA57D4FD8}" srcId="{254BBC0E-E8A3-40D0-A1D2-914A8F8D290E}" destId="{BEFF6185-00C5-431C-804A-D63BC876B292}" srcOrd="0" destOrd="0" parTransId="{3F0EE592-C507-4134-884A-55E726C191F3}" sibTransId="{B49F2089-3D8D-4684-89E2-97128D0842AE}"/>
    <dgm:cxn modelId="{7315BB4C-8E11-4818-B15A-99F88F05E214}" type="presOf" srcId="{BEFF6185-00C5-431C-804A-D63BC876B292}" destId="{6A902EEC-5800-47DC-A08C-4E6598E7AE33}" srcOrd="0" destOrd="0" presId="urn:microsoft.com/office/officeart/2009/layout/CircleArrowProcess"/>
    <dgm:cxn modelId="{6E094E78-0444-4F86-A645-FD67E96ADC34}" srcId="{254BBC0E-E8A3-40D0-A1D2-914A8F8D290E}" destId="{33D10240-DFD7-4BCF-9E9A-95F3889AA593}" srcOrd="2" destOrd="0" parTransId="{7FC249B3-E193-45EB-8BB5-DBF33C06BC0D}" sibTransId="{7D18350F-7631-44B2-8712-C0104B3D9269}"/>
    <dgm:cxn modelId="{5B6BBDA4-70B8-49D5-850D-35F5B2C700B1}" srcId="{254BBC0E-E8A3-40D0-A1D2-914A8F8D290E}" destId="{6F92B353-52E3-4E17-B817-C2C55A84C985}" srcOrd="3" destOrd="0" parTransId="{D1E8CE6D-B87F-4550-A6B5-70439B5E7AB8}" sibTransId="{FA510411-1842-4892-8F13-957B1164FF48}"/>
    <dgm:cxn modelId="{1C59DDD7-7837-43EC-8FAB-417ED4E1280A}" type="presOf" srcId="{14385482-9EFC-43A3-8A05-2A8554CDFAF9}" destId="{1F28F789-474B-4B75-AB8D-7028587E4CF5}" srcOrd="0" destOrd="0" presId="urn:microsoft.com/office/officeart/2009/layout/CircleArrowProcess"/>
    <dgm:cxn modelId="{151ECBFD-732F-4A5F-ACF9-6FDC54E0C810}" type="presOf" srcId="{254BBC0E-E8A3-40D0-A1D2-914A8F8D290E}" destId="{3CEFB066-240E-4F93-B8B1-A6B50E0AA793}" srcOrd="0" destOrd="0" presId="urn:microsoft.com/office/officeart/2009/layout/CircleArrowProcess"/>
    <dgm:cxn modelId="{31AF8BF0-421B-43ED-8946-70F12D76CE54}" type="presParOf" srcId="{3CEFB066-240E-4F93-B8B1-A6B50E0AA793}" destId="{4063C6EA-1CCB-4631-9C0E-353EE4F87B2A}" srcOrd="0" destOrd="0" presId="urn:microsoft.com/office/officeart/2009/layout/CircleArrowProcess"/>
    <dgm:cxn modelId="{E95C3455-93A2-4684-A17B-639F4A118F55}" type="presParOf" srcId="{4063C6EA-1CCB-4631-9C0E-353EE4F87B2A}" destId="{B90734D7-3A1B-42C8-AFFB-F7860FF8EADB}" srcOrd="0" destOrd="0" presId="urn:microsoft.com/office/officeart/2009/layout/CircleArrowProcess"/>
    <dgm:cxn modelId="{F990DBDC-9A2A-441C-9C69-3354051F7E7C}" type="presParOf" srcId="{3CEFB066-240E-4F93-B8B1-A6B50E0AA793}" destId="{6A902EEC-5800-47DC-A08C-4E6598E7AE33}" srcOrd="1" destOrd="0" presId="urn:microsoft.com/office/officeart/2009/layout/CircleArrowProcess"/>
    <dgm:cxn modelId="{B1A878AF-10E8-49C2-9841-741766E6C637}" type="presParOf" srcId="{3CEFB066-240E-4F93-B8B1-A6B50E0AA793}" destId="{3D4845E4-BDD7-4529-B867-2B61995A0015}" srcOrd="2" destOrd="0" presId="urn:microsoft.com/office/officeart/2009/layout/CircleArrowProcess"/>
    <dgm:cxn modelId="{44B7C267-BDA3-49F5-95BC-BBB939D0D760}" type="presParOf" srcId="{3D4845E4-BDD7-4529-B867-2B61995A0015}" destId="{2A2EE207-DED7-42D0-AAE0-2C7659544AB8}" srcOrd="0" destOrd="0" presId="urn:microsoft.com/office/officeart/2009/layout/CircleArrowProcess"/>
    <dgm:cxn modelId="{CBE8457B-7D64-4DD8-A744-3A8F235E6453}" type="presParOf" srcId="{3CEFB066-240E-4F93-B8B1-A6B50E0AA793}" destId="{1F28F789-474B-4B75-AB8D-7028587E4CF5}" srcOrd="3" destOrd="0" presId="urn:microsoft.com/office/officeart/2009/layout/CircleArrowProcess"/>
    <dgm:cxn modelId="{12DC7D29-DB19-4A3A-A6B6-A8E455C92DD9}" type="presParOf" srcId="{3CEFB066-240E-4F93-B8B1-A6B50E0AA793}" destId="{D54C5AD5-977F-4818-BA58-745C950B057C}" srcOrd="4" destOrd="0" presId="urn:microsoft.com/office/officeart/2009/layout/CircleArrowProcess"/>
    <dgm:cxn modelId="{5EA66D48-22E9-43A3-A1B0-787CC70DA6D1}" type="presParOf" srcId="{D54C5AD5-977F-4818-BA58-745C950B057C}" destId="{7654FDEA-26F8-4F7A-98EA-A68C8C12F9D7}" srcOrd="0" destOrd="0" presId="urn:microsoft.com/office/officeart/2009/layout/CircleArrowProcess"/>
    <dgm:cxn modelId="{C379976A-759C-4359-BE7A-0BF703345C08}" type="presParOf" srcId="{3CEFB066-240E-4F93-B8B1-A6B50E0AA793}" destId="{FC833A45-B17A-4297-812E-614EE2521F0C}" srcOrd="5" destOrd="0" presId="urn:microsoft.com/office/officeart/2009/layout/CircleArrowProcess"/>
    <dgm:cxn modelId="{B04A9DC1-2294-4A8E-9F24-2FECE25ACB47}" type="presParOf" srcId="{3CEFB066-240E-4F93-B8B1-A6B50E0AA793}" destId="{88D831CE-BA35-4F20-BA28-C3C793C3CD0F}" srcOrd="6" destOrd="0" presId="urn:microsoft.com/office/officeart/2009/layout/CircleArrowProcess"/>
    <dgm:cxn modelId="{E487B730-A672-43C6-A22D-0A882940D256}" type="presParOf" srcId="{88D831CE-BA35-4F20-BA28-C3C793C3CD0F}" destId="{E180B4B6-276C-47C5-84B1-E5D631E9B177}" srcOrd="0" destOrd="0" presId="urn:microsoft.com/office/officeart/2009/layout/CircleArrowProcess"/>
    <dgm:cxn modelId="{5EC787B5-BF9D-4758-93B8-F033A8FF0861}" type="presParOf" srcId="{3CEFB066-240E-4F93-B8B1-A6B50E0AA793}" destId="{C7DDC090-AA22-476B-A2F6-E23D7DB517D2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A1DD84E-A846-463D-9B56-E655975E1EA6}" type="doc">
      <dgm:prSet loTypeId="urn:microsoft.com/office/officeart/2005/8/layout/hList1" loCatId="list" qsTypeId="urn:microsoft.com/office/officeart/2005/8/quickstyle/3d3" qsCatId="3D" csTypeId="urn:microsoft.com/office/officeart/2005/8/colors/accent1_1" csCatId="accent1" phldr="1"/>
      <dgm:spPr>
        <a:scene3d>
          <a:camera prst="orthographicFront">
            <a:rot lat="0" lon="0" rev="0"/>
          </a:camera>
          <a:lightRig rig="soft" dir="t">
            <a:rot lat="0" lon="0" rev="0"/>
          </a:lightRig>
        </a:scene3d>
      </dgm:spPr>
      <dgm:t>
        <a:bodyPr/>
        <a:lstStyle/>
        <a:p>
          <a:endParaRPr lang="en-IN"/>
        </a:p>
      </dgm:t>
    </dgm:pt>
    <dgm:pt modelId="{0C234F14-6761-49A8-B060-63B2DC41E449}">
      <dgm:prSet phldrT="[Text]" custT="1"/>
      <dgm:spPr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kumimoji="0" lang="en-US" sz="1050" b="1" i="0" u="sng" strike="noStrike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Fixed Frame Arch</a:t>
          </a:r>
          <a:endParaRPr lang="en-IN" sz="1050" u="sng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AD0502-D02B-4140-8E48-63CE915BEA9C}" type="parTrans" cxnId="{1C5B9F47-748E-431C-999C-576F61ED3D25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08EDBB-819C-4637-933B-32F42AF0C277}" type="sibTrans" cxnId="{1C5B9F47-748E-431C-999C-576F61ED3D25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C22C59-060B-4B91-B068-DE63A7ED5D8D}">
      <dgm:prSet phldrT="[Text]" custT="1"/>
      <dgm:spPr>
        <a:solidFill>
          <a:schemeClr val="accent4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336-bit frame is structurally coupled to GAN input dimensions.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588596-EAA6-45F2-BE6A-71C1CF2701A2}" type="parTrans" cxnId="{A7F82855-8155-4586-A344-1791691D9AC2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BB06ED-A02A-455D-8E9F-A280ABE4C210}" type="sibTrans" cxnId="{A7F82855-8155-4586-A344-1791691D9AC2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12F535-E6EF-4A3D-A977-1D19BA5F6473}">
      <dgm:prSet phldrT="[Text]" custT="1"/>
      <dgm:spPr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1050" b="1" i="0" u="sng" strike="noStrike" cap="none" spc="0" normalizeH="0" baseline="0" noProof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GAN Retraining Cycles</a:t>
          </a:r>
          <a:endParaRPr lang="en-IN" sz="1050" u="sng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08D182-FA1B-4D15-9F0B-1C09287C4738}" type="parTrans" cxnId="{F90C3F53-4AC8-4366-B696-CE0D3D92AA66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526899-0342-4ABC-9B90-2AB2684662EF}" type="sibTrans" cxnId="{F90C3F53-4AC8-4366-B696-CE0D3D92AA66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547291-4D55-481A-96E8-4813DAD34745}">
      <dgm:prSet phldrT="[Text]" custT="1"/>
      <dgm:spPr>
        <a:solidFill>
          <a:schemeClr val="accent2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Anti-fingerprinting improvements need multiple full retraining cycles with different loss configs; 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05545C-486C-4146-8DFF-85598F53DBC7}" type="parTrans" cxnId="{EEFC773A-0A46-4802-932B-BA97243651B3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DCF7CA-4F34-4562-B190-66BE67C6E41C}" type="sibTrans" cxnId="{EEFC773A-0A46-4802-932B-BA97243651B3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4AF5DF-5E5B-4BE1-A2FF-DBF191D57495}">
      <dgm:prSet phldrT="[Text]" custT="1"/>
      <dgm:spPr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1050" b="1" i="0" u="sng" strike="noStrike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Voice Codec </a:t>
          </a:r>
          <a:r>
            <a:rPr kumimoji="0" lang="en-US" sz="1050" b="1" i="0" u="sng" strike="noStrike" cap="none" spc="0" normalizeH="0" baseline="0" noProof="0" dirty="0" err="1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Integ</a:t>
          </a:r>
          <a:endParaRPr lang="en-IN" sz="1050" u="sng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92B8C7-4191-47EA-8CD1-77E859997214}" type="parTrans" cxnId="{6C6F32EB-36B9-4BBB-AD0B-26D045259B3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C52EB-67B2-4D41-B65D-1D6290CE2B0F}" type="sibTrans" cxnId="{6C6F32EB-36B9-4BBB-AD0B-26D045259B3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FDED06-DBFE-4D58-AA2B-CE03927CDA80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µ-law framing, multi-frame reassembly, and sequence-order across GAN frames requires a new Frame Protocol layer; 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AE826F-C824-428D-84A7-0AF916FE86DE}" type="parTrans" cxnId="{A249864E-B9DC-4BB4-B76E-B178D4B64C5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0770F8-5AD3-4FDC-BE15-B9AED978A1A1}" type="sibTrans" cxnId="{A249864E-B9DC-4BB4-B76E-B178D4B64C5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F998A7-BDD0-4EC1-83B8-4A61D69BED80}">
      <dgm:prSet phldrT="[Text]" custT="1"/>
      <dgm:spPr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1050" b="1" i="0" u="sng" strike="noStrike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OTA Re-Validation</a:t>
          </a:r>
          <a:endParaRPr lang="en-IN" sz="1050" u="sng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DFA3A8-AC6A-45C2-8DCB-48BC71733B16}" type="parTrans" cxnId="{B281FC79-29CC-489C-B2C9-5F8FC8BDA1CE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F8CB33-FABF-4716-85FE-627D42C17A53}" type="sibTrans" cxnId="{B281FC79-29CC-489C-B2C9-5F8FC8BDA1CE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5726DD-7A96-4BEA-8A94-AB5720CF3E41}">
      <dgm:prSet phldrT="[Text]" custT="1"/>
      <dgm:spPr>
        <a:solidFill>
          <a:schemeClr val="accent5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Any architectural change requires a fresh </a:t>
          </a:r>
          <a:r>
            <a:rPr kumimoji="0" lang="en-US" sz="1000" b="0" i="0" u="none" strike="noStrike" cap="none" spc="0" normalizeH="0" baseline="0" noProof="0" dirty="0" err="1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BladeRF</a:t>
          </a: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over-the-air test cycle to confirm BER=0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52B96A-DCE3-484E-8175-65E8183F37DD}" type="parTrans" cxnId="{14F28C46-6EED-4FFE-B613-CECAD6A0826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30A926-419D-4E62-8ED7-B988CE2E5EDA}" type="sibTrans" cxnId="{14F28C46-6EED-4FFE-B613-CECAD6A0826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1AFA94-0317-4C63-89F8-2D1BC08E3F17}">
      <dgm:prSet phldrT="[Text]" custT="1"/>
      <dgm:spPr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1050" b="1" i="0" u="sng" strike="noStrike" cap="none" spc="0" normalizeH="0" baseline="0" noProof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Adversarial Ensemble Complexity</a:t>
          </a:r>
          <a:endParaRPr lang="en-IN" sz="1050" u="sng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0C0C99-7C3A-4E67-9C63-60F1A9DBDB15}" type="parTrans" cxnId="{C9C212C5-3EEE-485D-86D8-0DD641B482C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801FB0-6354-48B6-87FF-40D54C677542}" type="sibTrans" cxnId="{C9C212C5-3EEE-485D-86D8-0DD641B482CA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44DA11-E94F-4830-A21E-A812B1156401}">
      <dgm:prSet phldrT="[Text]" custT="1"/>
      <dgm:spPr>
        <a:solidFill>
          <a:schemeClr val="bg1">
            <a:lumMod val="85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Adding 5+ discriminators increases GPU memory non-linearly.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B69A90-73D6-4A18-8B1D-205B9F79C7E8}" type="parTrans" cxnId="{268EB052-C09C-49F8-B402-50C1894DF233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1D9F50-BC44-4276-81B4-3FCC679CC95D}" type="sibTrans" cxnId="{268EB052-C09C-49F8-B402-50C1894DF233}">
      <dgm:prSet/>
      <dgm:spPr/>
      <dgm:t>
        <a:bodyPr/>
        <a:lstStyle/>
        <a:p>
          <a:endParaRPr lang="en-IN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F99EF-66B4-42F3-BB0A-0966CE33816B}">
      <dgm:prSet phldrT="[Text]" custT="1"/>
      <dgm:spPr>
        <a:solidFill>
          <a:schemeClr val="accent4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Extending payload requires redesigning the C-GAN conditioning layer and full retraining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FC082E-28E0-48D6-869D-03665DCBDA6D}" type="parTrans" cxnId="{17F8063D-3AB4-4A14-A7D1-C26E9405A00D}">
      <dgm:prSet/>
      <dgm:spPr/>
      <dgm:t>
        <a:bodyPr/>
        <a:lstStyle/>
        <a:p>
          <a:endParaRPr lang="en-IN"/>
        </a:p>
      </dgm:t>
    </dgm:pt>
    <dgm:pt modelId="{D6A034BD-D270-4A39-BE34-2907785E8138}" type="sibTrans" cxnId="{17F8063D-3AB4-4A14-A7D1-C26E9405A00D}">
      <dgm:prSet/>
      <dgm:spPr/>
      <dgm:t>
        <a:bodyPr/>
        <a:lstStyle/>
        <a:p>
          <a:endParaRPr lang="en-IN"/>
        </a:p>
      </dgm:t>
    </dgm:pt>
    <dgm:pt modelId="{1889E359-3A2E-4759-95DB-E0D101AB2544}">
      <dgm:prSet phldrT="[Text]" custT="1"/>
      <dgm:spPr>
        <a:solidFill>
          <a:schemeClr val="accent2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Each requires independent statistical validation.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23CD50-FF1A-43F6-8FCF-A4634AD480D6}" type="parTrans" cxnId="{29B41D7F-2B82-4F37-962D-41E103DA3088}">
      <dgm:prSet/>
      <dgm:spPr/>
      <dgm:t>
        <a:bodyPr/>
        <a:lstStyle/>
        <a:p>
          <a:endParaRPr lang="en-IN"/>
        </a:p>
      </dgm:t>
    </dgm:pt>
    <dgm:pt modelId="{3D1F2F59-5910-4952-A4B7-F6E243773771}" type="sibTrans" cxnId="{29B41D7F-2B82-4F37-962D-41E103DA3088}">
      <dgm:prSet/>
      <dgm:spPr/>
      <dgm:t>
        <a:bodyPr/>
        <a:lstStyle/>
        <a:p>
          <a:endParaRPr lang="en-IN"/>
        </a:p>
      </dgm:t>
    </dgm:pt>
    <dgm:pt modelId="{D21377DA-FC33-4D89-995D-F48218FEF1E1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Real-time throughput at 2 MSPS must be validated end-to-end.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D2FD5E-F201-4FBD-8F3A-6DD47ABA46A8}" type="parTrans" cxnId="{8235DAC1-DA7C-4A37-A996-D14A754B4307}">
      <dgm:prSet/>
      <dgm:spPr/>
      <dgm:t>
        <a:bodyPr/>
        <a:lstStyle/>
        <a:p>
          <a:endParaRPr lang="en-IN"/>
        </a:p>
      </dgm:t>
    </dgm:pt>
    <dgm:pt modelId="{AAD10D56-AEBF-4DE9-BC72-2655EAEDFEB6}" type="sibTrans" cxnId="{8235DAC1-DA7C-4A37-A996-D14A754B4307}">
      <dgm:prSet/>
      <dgm:spPr/>
      <dgm:t>
        <a:bodyPr/>
        <a:lstStyle/>
        <a:p>
          <a:endParaRPr lang="en-IN"/>
        </a:p>
      </dgm:t>
    </dgm:pt>
    <dgm:pt modelId="{D0DD98F7-6299-4791-93FE-B69015426E0D}">
      <dgm:prSet phldrT="[Text]" custT="1"/>
      <dgm:spPr>
        <a:solidFill>
          <a:schemeClr val="bg1">
            <a:lumMod val="85000"/>
            <a:alpha val="90000"/>
          </a:schemeClr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Hyperparameter sensitivity grows with each discriminator; - Independent eval </a:t>
          </a:r>
          <a:r>
            <a:rPr kumimoji="0" lang="en-US" sz="1000" b="0" i="0" u="none" strike="noStrike" cap="none" spc="0" normalizeH="0" baseline="0" noProof="0" dirty="0" err="1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reqd</a:t>
          </a:r>
          <a:endParaRPr lang="en-IN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B45274-86A1-44BF-A8A5-BB9F409E43C3}" type="parTrans" cxnId="{BA812A8F-9EBA-480B-8FB9-18E3761DD131}">
      <dgm:prSet/>
      <dgm:spPr/>
      <dgm:t>
        <a:bodyPr/>
        <a:lstStyle/>
        <a:p>
          <a:endParaRPr lang="en-IN"/>
        </a:p>
      </dgm:t>
    </dgm:pt>
    <dgm:pt modelId="{039441E5-9D7E-454B-92F6-803577A90D9F}" type="sibTrans" cxnId="{BA812A8F-9EBA-480B-8FB9-18E3761DD131}">
      <dgm:prSet/>
      <dgm:spPr/>
      <dgm:t>
        <a:bodyPr/>
        <a:lstStyle/>
        <a:p>
          <a:endParaRPr lang="en-IN"/>
        </a:p>
      </dgm:t>
    </dgm:pt>
    <dgm:pt modelId="{EA802105-E18D-4FA4-A0CC-212350F5C6F8}" type="pres">
      <dgm:prSet presAssocID="{BA1DD84E-A846-463D-9B56-E655975E1EA6}" presName="Name0" presStyleCnt="0">
        <dgm:presLayoutVars>
          <dgm:dir/>
          <dgm:animLvl val="lvl"/>
          <dgm:resizeHandles val="exact"/>
        </dgm:presLayoutVars>
      </dgm:prSet>
      <dgm:spPr/>
    </dgm:pt>
    <dgm:pt modelId="{72A309E8-B4CB-4C50-A4F2-316C58D7CD5B}" type="pres">
      <dgm:prSet presAssocID="{0C234F14-6761-49A8-B060-63B2DC41E449}" presName="composit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CC040DB-17C3-445B-92BC-46C7AB346AA8}" type="pres">
      <dgm:prSet presAssocID="{0C234F14-6761-49A8-B060-63B2DC41E449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3D29BD55-E169-4EA1-9312-FBA0D1F76E48}" type="pres">
      <dgm:prSet presAssocID="{0C234F14-6761-49A8-B060-63B2DC41E449}" presName="desTx" presStyleLbl="alignAccFollowNode1" presStyleIdx="0" presStyleCnt="5">
        <dgm:presLayoutVars>
          <dgm:bulletEnabled val="1"/>
        </dgm:presLayoutVars>
      </dgm:prSet>
      <dgm:spPr/>
    </dgm:pt>
    <dgm:pt modelId="{59D2E63C-8F04-45AA-969B-0AA377A47FB6}" type="pres">
      <dgm:prSet presAssocID="{2308EDBB-819C-4637-933B-32F42AF0C277}" presName="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1CEAA86-D1DA-42BF-BC9D-8A6D7F4A02C6}" type="pres">
      <dgm:prSet presAssocID="{7412F535-E6EF-4A3D-A977-1D19BA5F6473}" presName="composit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50A1F24-EC97-4161-9955-7C2333E407F3}" type="pres">
      <dgm:prSet presAssocID="{7412F535-E6EF-4A3D-A977-1D19BA5F6473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AA29256-0F5D-4F4D-BDF4-C10C2121C524}" type="pres">
      <dgm:prSet presAssocID="{7412F535-E6EF-4A3D-A977-1D19BA5F6473}" presName="desTx" presStyleLbl="alignAccFollowNode1" presStyleIdx="1" presStyleCnt="5">
        <dgm:presLayoutVars>
          <dgm:bulletEnabled val="1"/>
        </dgm:presLayoutVars>
      </dgm:prSet>
      <dgm:spPr/>
    </dgm:pt>
    <dgm:pt modelId="{971B98FD-DC81-479C-A443-CE88B2453CF9}" type="pres">
      <dgm:prSet presAssocID="{27526899-0342-4ABC-9B90-2AB2684662EF}" presName="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BA4AA9C1-A3EF-4142-BE9A-FA49F50A1E78}" type="pres">
      <dgm:prSet presAssocID="{494AF5DF-5E5B-4BE1-A2FF-DBF191D57495}" presName="composit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0AA3C112-DBBF-4B3F-A9CE-006E5664470E}" type="pres">
      <dgm:prSet presAssocID="{494AF5DF-5E5B-4BE1-A2FF-DBF191D57495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2131667-FC08-42C7-B38D-1B13DFC27EBD}" type="pres">
      <dgm:prSet presAssocID="{494AF5DF-5E5B-4BE1-A2FF-DBF191D57495}" presName="desTx" presStyleLbl="alignAccFollowNode1" presStyleIdx="2" presStyleCnt="5">
        <dgm:presLayoutVars>
          <dgm:bulletEnabled val="1"/>
        </dgm:presLayoutVars>
      </dgm:prSet>
      <dgm:spPr/>
    </dgm:pt>
    <dgm:pt modelId="{AFDE41FE-2351-493F-8DC3-4A0BA5445C01}" type="pres">
      <dgm:prSet presAssocID="{3B3C52EB-67B2-4D41-B65D-1D6290CE2B0F}" presName="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11141DF4-8370-4EF9-A4F2-0CC09691DD4E}" type="pres">
      <dgm:prSet presAssocID="{84F998A7-BDD0-4EC1-83B8-4A61D69BED80}" presName="composit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58D1014A-FEC5-42AC-AFFF-AD719C42E009}" type="pres">
      <dgm:prSet presAssocID="{84F998A7-BDD0-4EC1-83B8-4A61D69BED80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CB78F131-EEA4-4327-851C-C041A1CD7517}" type="pres">
      <dgm:prSet presAssocID="{84F998A7-BDD0-4EC1-83B8-4A61D69BED80}" presName="desTx" presStyleLbl="alignAccFollowNode1" presStyleIdx="3" presStyleCnt="5">
        <dgm:presLayoutVars>
          <dgm:bulletEnabled val="1"/>
        </dgm:presLayoutVars>
      </dgm:prSet>
      <dgm:spPr/>
    </dgm:pt>
    <dgm:pt modelId="{3EDD8965-A58A-41EC-AA03-C08221DCE456}" type="pres">
      <dgm:prSet presAssocID="{06F8CB33-FABF-4716-85FE-627D42C17A53}" presName="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A1A11BF3-3064-4AC8-B6CF-41337FD9B8F3}" type="pres">
      <dgm:prSet presAssocID="{D81AFA94-0317-4C63-89F8-2D1BC08E3F17}" presName="composit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65C44E48-E2C3-4C51-9B2F-C887DA01A80B}" type="pres">
      <dgm:prSet presAssocID="{D81AFA94-0317-4C63-89F8-2D1BC08E3F1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5114B52-F531-434B-9DE8-CB07D17C8497}" type="pres">
      <dgm:prSet presAssocID="{D81AFA94-0317-4C63-89F8-2D1BC08E3F1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633ADF06-B25E-4C60-A162-A8A03A882D44}" type="presOf" srcId="{BA1DD84E-A846-463D-9B56-E655975E1EA6}" destId="{EA802105-E18D-4FA4-A0CC-212350F5C6F8}" srcOrd="0" destOrd="0" presId="urn:microsoft.com/office/officeart/2005/8/layout/hList1"/>
    <dgm:cxn modelId="{B006D90C-5EC7-4D67-8B3C-6B94618503F1}" type="presOf" srcId="{D21377DA-FC33-4D89-995D-F48218FEF1E1}" destId="{92131667-FC08-42C7-B38D-1B13DFC27EBD}" srcOrd="0" destOrd="1" presId="urn:microsoft.com/office/officeart/2005/8/layout/hList1"/>
    <dgm:cxn modelId="{D0220D1F-0947-4BED-A10C-843FCFE93CEB}" type="presOf" srcId="{D81AFA94-0317-4C63-89F8-2D1BC08E3F17}" destId="{65C44E48-E2C3-4C51-9B2F-C887DA01A80B}" srcOrd="0" destOrd="0" presId="urn:microsoft.com/office/officeart/2005/8/layout/hList1"/>
    <dgm:cxn modelId="{BE4BAA2E-DE83-4FEA-9282-4BFAFDD584B1}" type="presOf" srcId="{D944DA11-E94F-4830-A21E-A812B1156401}" destId="{25114B52-F531-434B-9DE8-CB07D17C8497}" srcOrd="0" destOrd="0" presId="urn:microsoft.com/office/officeart/2005/8/layout/hList1"/>
    <dgm:cxn modelId="{EEFC773A-0A46-4802-932B-BA97243651B3}" srcId="{7412F535-E6EF-4A3D-A977-1D19BA5F6473}" destId="{24547291-4D55-481A-96E8-4813DAD34745}" srcOrd="0" destOrd="0" parTransId="{5B05545C-486C-4146-8DFF-85598F53DBC7}" sibTransId="{E3DCF7CA-4F34-4562-B190-66BE67C6E41C}"/>
    <dgm:cxn modelId="{17F8063D-3AB4-4A14-A7D1-C26E9405A00D}" srcId="{0C234F14-6761-49A8-B060-63B2DC41E449}" destId="{9DCF99EF-66B4-42F3-BB0A-0966CE33816B}" srcOrd="1" destOrd="0" parTransId="{A6FC082E-28E0-48D6-869D-03665DCBDA6D}" sibTransId="{D6A034BD-D270-4A39-BE34-2907785E8138}"/>
    <dgm:cxn modelId="{0DF86466-E96F-4760-AF56-7DA139546A62}" type="presOf" srcId="{1889E359-3A2E-4759-95DB-E0D101AB2544}" destId="{5AA29256-0F5D-4F4D-BDF4-C10C2121C524}" srcOrd="0" destOrd="1" presId="urn:microsoft.com/office/officeart/2005/8/layout/hList1"/>
    <dgm:cxn modelId="{14F28C46-6EED-4FFE-B613-CECAD6A0826A}" srcId="{84F998A7-BDD0-4EC1-83B8-4A61D69BED80}" destId="{005726DD-7A96-4BEA-8A94-AB5720CF3E41}" srcOrd="0" destOrd="0" parTransId="{5652B96A-DCE3-484E-8175-65E8183F37DD}" sibTransId="{B030A926-419D-4E62-8ED7-B988CE2E5EDA}"/>
    <dgm:cxn modelId="{1C5B9F47-748E-431C-999C-576F61ED3D25}" srcId="{BA1DD84E-A846-463D-9B56-E655975E1EA6}" destId="{0C234F14-6761-49A8-B060-63B2DC41E449}" srcOrd="0" destOrd="0" parTransId="{A3AD0502-D02B-4140-8E48-63CE915BEA9C}" sibTransId="{2308EDBB-819C-4637-933B-32F42AF0C277}"/>
    <dgm:cxn modelId="{A249864E-B9DC-4BB4-B76E-B178D4B64C5A}" srcId="{494AF5DF-5E5B-4BE1-A2FF-DBF191D57495}" destId="{43FDED06-DBFE-4D58-AA2B-CE03927CDA80}" srcOrd="0" destOrd="0" parTransId="{F7AE826F-C824-428D-84A7-0AF916FE86DE}" sibTransId="{B90770F8-5AD3-4FDC-BE15-B9AED978A1A1}"/>
    <dgm:cxn modelId="{6ADE5772-BDE7-40B0-9478-BB13A4614B4A}" type="presOf" srcId="{43FDED06-DBFE-4D58-AA2B-CE03927CDA80}" destId="{92131667-FC08-42C7-B38D-1B13DFC27EBD}" srcOrd="0" destOrd="0" presId="urn:microsoft.com/office/officeart/2005/8/layout/hList1"/>
    <dgm:cxn modelId="{268EB052-C09C-49F8-B402-50C1894DF233}" srcId="{D81AFA94-0317-4C63-89F8-2D1BC08E3F17}" destId="{D944DA11-E94F-4830-A21E-A812B1156401}" srcOrd="0" destOrd="0" parTransId="{ECB69A90-73D6-4A18-8B1D-205B9F79C7E8}" sibTransId="{381D9F50-BC44-4276-81B4-3FCC679CC95D}"/>
    <dgm:cxn modelId="{F90C3F53-4AC8-4366-B696-CE0D3D92AA66}" srcId="{BA1DD84E-A846-463D-9B56-E655975E1EA6}" destId="{7412F535-E6EF-4A3D-A977-1D19BA5F6473}" srcOrd="1" destOrd="0" parTransId="{E108D182-FA1B-4D15-9F0B-1C09287C4738}" sibTransId="{27526899-0342-4ABC-9B90-2AB2684662EF}"/>
    <dgm:cxn modelId="{A7F82855-8155-4586-A344-1791691D9AC2}" srcId="{0C234F14-6761-49A8-B060-63B2DC41E449}" destId="{DEC22C59-060B-4B91-B068-DE63A7ED5D8D}" srcOrd="0" destOrd="0" parTransId="{30588596-EAA6-45F2-BE6A-71C1CF2701A2}" sibTransId="{13BB06ED-A02A-455D-8E9F-A280ABE4C210}"/>
    <dgm:cxn modelId="{468E7D57-6FB3-4699-B730-9550A5AA3AA8}" type="presOf" srcId="{005726DD-7A96-4BEA-8A94-AB5720CF3E41}" destId="{CB78F131-EEA4-4327-851C-C041A1CD7517}" srcOrd="0" destOrd="0" presId="urn:microsoft.com/office/officeart/2005/8/layout/hList1"/>
    <dgm:cxn modelId="{B281FC79-29CC-489C-B2C9-5F8FC8BDA1CE}" srcId="{BA1DD84E-A846-463D-9B56-E655975E1EA6}" destId="{84F998A7-BDD0-4EC1-83B8-4A61D69BED80}" srcOrd="3" destOrd="0" parTransId="{8DDFA3A8-AC6A-45C2-8DCB-48BC71733B16}" sibTransId="{06F8CB33-FABF-4716-85FE-627D42C17A53}"/>
    <dgm:cxn modelId="{169EAE7E-B82E-4EFF-8A7E-608E2F60FC99}" type="presOf" srcId="{7412F535-E6EF-4A3D-A977-1D19BA5F6473}" destId="{F50A1F24-EC97-4161-9955-7C2333E407F3}" srcOrd="0" destOrd="0" presId="urn:microsoft.com/office/officeart/2005/8/layout/hList1"/>
    <dgm:cxn modelId="{29B41D7F-2B82-4F37-962D-41E103DA3088}" srcId="{7412F535-E6EF-4A3D-A977-1D19BA5F6473}" destId="{1889E359-3A2E-4759-95DB-E0D101AB2544}" srcOrd="1" destOrd="0" parTransId="{EB23CD50-FF1A-43F6-8FCF-A4634AD480D6}" sibTransId="{3D1F2F59-5910-4952-A4B7-F6E243773771}"/>
    <dgm:cxn modelId="{BA812A8F-9EBA-480B-8FB9-18E3761DD131}" srcId="{D81AFA94-0317-4C63-89F8-2D1BC08E3F17}" destId="{D0DD98F7-6299-4791-93FE-B69015426E0D}" srcOrd="1" destOrd="0" parTransId="{65B45274-86A1-44BF-A8A5-BB9F409E43C3}" sibTransId="{039441E5-9D7E-454B-92F6-803577A90D9F}"/>
    <dgm:cxn modelId="{F12DF491-0242-49E3-8F12-49D09B207872}" type="presOf" srcId="{DEC22C59-060B-4B91-B068-DE63A7ED5D8D}" destId="{3D29BD55-E169-4EA1-9312-FBA0D1F76E48}" srcOrd="0" destOrd="0" presId="urn:microsoft.com/office/officeart/2005/8/layout/hList1"/>
    <dgm:cxn modelId="{86B5ED99-41F7-4B62-9367-E9F7D568FEF7}" type="presOf" srcId="{494AF5DF-5E5B-4BE1-A2FF-DBF191D57495}" destId="{0AA3C112-DBBF-4B3F-A9CE-006E5664470E}" srcOrd="0" destOrd="0" presId="urn:microsoft.com/office/officeart/2005/8/layout/hList1"/>
    <dgm:cxn modelId="{8235DAC1-DA7C-4A37-A996-D14A754B4307}" srcId="{494AF5DF-5E5B-4BE1-A2FF-DBF191D57495}" destId="{D21377DA-FC33-4D89-995D-F48218FEF1E1}" srcOrd="1" destOrd="0" parTransId="{03D2FD5E-F201-4FBD-8F3A-6DD47ABA46A8}" sibTransId="{AAD10D56-AEBF-4DE9-BC72-2655EAEDFEB6}"/>
    <dgm:cxn modelId="{C9C212C5-3EEE-485D-86D8-0DD641B482CA}" srcId="{BA1DD84E-A846-463D-9B56-E655975E1EA6}" destId="{D81AFA94-0317-4C63-89F8-2D1BC08E3F17}" srcOrd="4" destOrd="0" parTransId="{BE0C0C99-7C3A-4E67-9C63-60F1A9DBDB15}" sibTransId="{D3801FB0-6354-48B6-87FF-40D54C677542}"/>
    <dgm:cxn modelId="{30AD1DD1-662D-462C-9109-3F90493C5FAE}" type="presOf" srcId="{24547291-4D55-481A-96E8-4813DAD34745}" destId="{5AA29256-0F5D-4F4D-BDF4-C10C2121C524}" srcOrd="0" destOrd="0" presId="urn:microsoft.com/office/officeart/2005/8/layout/hList1"/>
    <dgm:cxn modelId="{5FCF4FD9-399D-47B4-8718-53B77CDA5AA2}" type="presOf" srcId="{D0DD98F7-6299-4791-93FE-B69015426E0D}" destId="{25114B52-F531-434B-9DE8-CB07D17C8497}" srcOrd="0" destOrd="1" presId="urn:microsoft.com/office/officeart/2005/8/layout/hList1"/>
    <dgm:cxn modelId="{BA12B1E5-F339-4801-9DBA-8AFF2EB9238A}" type="presOf" srcId="{84F998A7-BDD0-4EC1-83B8-4A61D69BED80}" destId="{58D1014A-FEC5-42AC-AFFF-AD719C42E009}" srcOrd="0" destOrd="0" presId="urn:microsoft.com/office/officeart/2005/8/layout/hList1"/>
    <dgm:cxn modelId="{256BC8E6-54AC-4643-B9B2-262C18EC0067}" type="presOf" srcId="{0C234F14-6761-49A8-B060-63B2DC41E449}" destId="{FCC040DB-17C3-445B-92BC-46C7AB346AA8}" srcOrd="0" destOrd="0" presId="urn:microsoft.com/office/officeart/2005/8/layout/hList1"/>
    <dgm:cxn modelId="{6C6F32EB-36B9-4BBB-AD0B-26D045259B3A}" srcId="{BA1DD84E-A846-463D-9B56-E655975E1EA6}" destId="{494AF5DF-5E5B-4BE1-A2FF-DBF191D57495}" srcOrd="2" destOrd="0" parTransId="{7392B8C7-4191-47EA-8CD1-77E859997214}" sibTransId="{3B3C52EB-67B2-4D41-B65D-1D6290CE2B0F}"/>
    <dgm:cxn modelId="{960884F8-2B11-40CE-8492-9F19ACE61848}" type="presOf" srcId="{9DCF99EF-66B4-42F3-BB0A-0966CE33816B}" destId="{3D29BD55-E169-4EA1-9312-FBA0D1F76E48}" srcOrd="0" destOrd="1" presId="urn:microsoft.com/office/officeart/2005/8/layout/hList1"/>
    <dgm:cxn modelId="{C3C01638-38DC-4CD5-BDE9-039DE99740AF}" type="presParOf" srcId="{EA802105-E18D-4FA4-A0CC-212350F5C6F8}" destId="{72A309E8-B4CB-4C50-A4F2-316C58D7CD5B}" srcOrd="0" destOrd="0" presId="urn:microsoft.com/office/officeart/2005/8/layout/hList1"/>
    <dgm:cxn modelId="{9981AB37-6359-4904-BABE-89416E5C6226}" type="presParOf" srcId="{72A309E8-B4CB-4C50-A4F2-316C58D7CD5B}" destId="{FCC040DB-17C3-445B-92BC-46C7AB346AA8}" srcOrd="0" destOrd="0" presId="urn:microsoft.com/office/officeart/2005/8/layout/hList1"/>
    <dgm:cxn modelId="{8321303C-433C-4A4C-A27B-8237DACDD216}" type="presParOf" srcId="{72A309E8-B4CB-4C50-A4F2-316C58D7CD5B}" destId="{3D29BD55-E169-4EA1-9312-FBA0D1F76E48}" srcOrd="1" destOrd="0" presId="urn:microsoft.com/office/officeart/2005/8/layout/hList1"/>
    <dgm:cxn modelId="{D218E81B-58AA-48E3-AC29-4D7BED538AFE}" type="presParOf" srcId="{EA802105-E18D-4FA4-A0CC-212350F5C6F8}" destId="{59D2E63C-8F04-45AA-969B-0AA377A47FB6}" srcOrd="1" destOrd="0" presId="urn:microsoft.com/office/officeart/2005/8/layout/hList1"/>
    <dgm:cxn modelId="{DE1067E9-43C3-4C10-AB91-603C31F09E28}" type="presParOf" srcId="{EA802105-E18D-4FA4-A0CC-212350F5C6F8}" destId="{31CEAA86-D1DA-42BF-BC9D-8A6D7F4A02C6}" srcOrd="2" destOrd="0" presId="urn:microsoft.com/office/officeart/2005/8/layout/hList1"/>
    <dgm:cxn modelId="{BE5966D6-40B3-4249-877D-DE86B932CE58}" type="presParOf" srcId="{31CEAA86-D1DA-42BF-BC9D-8A6D7F4A02C6}" destId="{F50A1F24-EC97-4161-9955-7C2333E407F3}" srcOrd="0" destOrd="0" presId="urn:microsoft.com/office/officeart/2005/8/layout/hList1"/>
    <dgm:cxn modelId="{8898F5D9-8098-4387-8C49-C90A080D4BD0}" type="presParOf" srcId="{31CEAA86-D1DA-42BF-BC9D-8A6D7F4A02C6}" destId="{5AA29256-0F5D-4F4D-BDF4-C10C2121C524}" srcOrd="1" destOrd="0" presId="urn:microsoft.com/office/officeart/2005/8/layout/hList1"/>
    <dgm:cxn modelId="{B1F55FDA-A7A4-4BFE-A104-16BD5B22A099}" type="presParOf" srcId="{EA802105-E18D-4FA4-A0CC-212350F5C6F8}" destId="{971B98FD-DC81-479C-A443-CE88B2453CF9}" srcOrd="3" destOrd="0" presId="urn:microsoft.com/office/officeart/2005/8/layout/hList1"/>
    <dgm:cxn modelId="{316D4079-F090-4693-8445-DFB1FF0A7300}" type="presParOf" srcId="{EA802105-E18D-4FA4-A0CC-212350F5C6F8}" destId="{BA4AA9C1-A3EF-4142-BE9A-FA49F50A1E78}" srcOrd="4" destOrd="0" presId="urn:microsoft.com/office/officeart/2005/8/layout/hList1"/>
    <dgm:cxn modelId="{31BE08FD-8568-49B9-81DD-3B38D9F1F34A}" type="presParOf" srcId="{BA4AA9C1-A3EF-4142-BE9A-FA49F50A1E78}" destId="{0AA3C112-DBBF-4B3F-A9CE-006E5664470E}" srcOrd="0" destOrd="0" presId="urn:microsoft.com/office/officeart/2005/8/layout/hList1"/>
    <dgm:cxn modelId="{AE05926F-A25E-4B50-8CA5-470B6FA004B8}" type="presParOf" srcId="{BA4AA9C1-A3EF-4142-BE9A-FA49F50A1E78}" destId="{92131667-FC08-42C7-B38D-1B13DFC27EBD}" srcOrd="1" destOrd="0" presId="urn:microsoft.com/office/officeart/2005/8/layout/hList1"/>
    <dgm:cxn modelId="{5C39E8C1-9E15-4326-9244-CE8B8C038112}" type="presParOf" srcId="{EA802105-E18D-4FA4-A0CC-212350F5C6F8}" destId="{AFDE41FE-2351-493F-8DC3-4A0BA5445C01}" srcOrd="5" destOrd="0" presId="urn:microsoft.com/office/officeart/2005/8/layout/hList1"/>
    <dgm:cxn modelId="{D1153BC2-6CDB-4F8C-A8F9-6D2466B99770}" type="presParOf" srcId="{EA802105-E18D-4FA4-A0CC-212350F5C6F8}" destId="{11141DF4-8370-4EF9-A4F2-0CC09691DD4E}" srcOrd="6" destOrd="0" presId="urn:microsoft.com/office/officeart/2005/8/layout/hList1"/>
    <dgm:cxn modelId="{C4EAB606-329E-409F-AB20-8B81515A1419}" type="presParOf" srcId="{11141DF4-8370-4EF9-A4F2-0CC09691DD4E}" destId="{58D1014A-FEC5-42AC-AFFF-AD719C42E009}" srcOrd="0" destOrd="0" presId="urn:microsoft.com/office/officeart/2005/8/layout/hList1"/>
    <dgm:cxn modelId="{1710A073-D453-4430-9A34-CC04B1B9E58B}" type="presParOf" srcId="{11141DF4-8370-4EF9-A4F2-0CC09691DD4E}" destId="{CB78F131-EEA4-4327-851C-C041A1CD7517}" srcOrd="1" destOrd="0" presId="urn:microsoft.com/office/officeart/2005/8/layout/hList1"/>
    <dgm:cxn modelId="{18FDAA6D-A5B3-45DD-900A-BAE1456DAFFE}" type="presParOf" srcId="{EA802105-E18D-4FA4-A0CC-212350F5C6F8}" destId="{3EDD8965-A58A-41EC-AA03-C08221DCE456}" srcOrd="7" destOrd="0" presId="urn:microsoft.com/office/officeart/2005/8/layout/hList1"/>
    <dgm:cxn modelId="{9DCEE44B-1605-4DF8-A17F-36D6B2D98E5D}" type="presParOf" srcId="{EA802105-E18D-4FA4-A0CC-212350F5C6F8}" destId="{A1A11BF3-3064-4AC8-B6CF-41337FD9B8F3}" srcOrd="8" destOrd="0" presId="urn:microsoft.com/office/officeart/2005/8/layout/hList1"/>
    <dgm:cxn modelId="{DFB920B6-607E-4C0D-9317-E859BFEBA086}" type="presParOf" srcId="{A1A11BF3-3064-4AC8-B6CF-41337FD9B8F3}" destId="{65C44E48-E2C3-4C51-9B2F-C887DA01A80B}" srcOrd="0" destOrd="0" presId="urn:microsoft.com/office/officeart/2005/8/layout/hList1"/>
    <dgm:cxn modelId="{154C16EA-B787-4967-8CCD-37DB0ABA04F7}" type="presParOf" srcId="{A1A11BF3-3064-4AC8-B6CF-41337FD9B8F3}" destId="{25114B52-F531-434B-9DE8-CB07D17C849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108386-6F01-4BA2-86D1-08F87BB4F34A}" type="doc">
      <dgm:prSet loTypeId="urn:microsoft.com/office/officeart/2005/8/layout/arrow6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F2CEA9-AC3C-4A89-B2B3-21C6E21AC9FD}">
      <dgm:prSet custT="1"/>
      <dgm:spPr/>
      <dgm:t>
        <a:bodyPr/>
        <a:lstStyle/>
        <a:p>
          <a:pPr algn="ctr"/>
          <a:r>
            <a:rPr lang="en-US" sz="1000" b="1" u="sng" dirty="0"/>
            <a:t>Proof of Concept: </a:t>
          </a:r>
          <a:endParaRPr lang="en-IN" sz="1000" b="1" u="sng" dirty="0"/>
        </a:p>
      </dgm:t>
    </dgm:pt>
    <dgm:pt modelId="{74BF7199-0D2A-4DE6-979C-4D40E454BF2F}" type="parTrans" cxnId="{6481FDE4-22F9-41F5-BECB-2372F97E6E98}">
      <dgm:prSet/>
      <dgm:spPr/>
      <dgm:t>
        <a:bodyPr/>
        <a:lstStyle/>
        <a:p>
          <a:endParaRPr lang="en-IN" sz="2400"/>
        </a:p>
      </dgm:t>
    </dgm:pt>
    <dgm:pt modelId="{8C709F2B-2D71-44A2-A39A-C4162B3A64CA}" type="sibTrans" cxnId="{6481FDE4-22F9-41F5-BECB-2372F97E6E98}">
      <dgm:prSet/>
      <dgm:spPr/>
      <dgm:t>
        <a:bodyPr/>
        <a:lstStyle/>
        <a:p>
          <a:endParaRPr lang="en-IN" sz="2400"/>
        </a:p>
      </dgm:t>
    </dgm:pt>
    <dgm:pt modelId="{FFA5B620-C6C6-46DC-9FC2-C9849950F0ED}">
      <dgm:prSet custT="1"/>
      <dgm:spPr/>
      <dgm:t>
        <a:bodyPr/>
        <a:lstStyle/>
        <a:p>
          <a:pPr algn="l"/>
          <a:r>
            <a:rPr lang="en-US" sz="800" dirty="0"/>
            <a:t>Conditional GAN waveform generation</a:t>
          </a:r>
          <a:endParaRPr lang="en-IN" sz="800" dirty="0"/>
        </a:p>
      </dgm:t>
    </dgm:pt>
    <dgm:pt modelId="{066BE25E-A519-424C-A807-D29C16A9A1B8}" type="parTrans" cxnId="{72A7F32A-C6C6-4894-B0A2-97B8806615DA}">
      <dgm:prSet/>
      <dgm:spPr/>
      <dgm:t>
        <a:bodyPr/>
        <a:lstStyle/>
        <a:p>
          <a:endParaRPr lang="en-IN" sz="2400"/>
        </a:p>
      </dgm:t>
    </dgm:pt>
    <dgm:pt modelId="{D37CCE8C-11C1-43B0-B8BB-C978D319BD7A}" type="sibTrans" cxnId="{72A7F32A-C6C6-4894-B0A2-97B8806615DA}">
      <dgm:prSet/>
      <dgm:spPr/>
      <dgm:t>
        <a:bodyPr/>
        <a:lstStyle/>
        <a:p>
          <a:endParaRPr lang="en-IN" sz="2400"/>
        </a:p>
      </dgm:t>
    </dgm:pt>
    <dgm:pt modelId="{564F5399-64B5-4B3E-B11B-222FA365AED6}">
      <dgm:prSet custT="1"/>
      <dgm:spPr/>
      <dgm:t>
        <a:bodyPr/>
        <a:lstStyle/>
        <a:p>
          <a:pPr algn="l"/>
          <a:r>
            <a:rPr lang="en-US" sz="800" dirty="0"/>
            <a:t>Adversarial training against CNN signal detectors</a:t>
          </a:r>
          <a:endParaRPr lang="en-IN" sz="800" dirty="0"/>
        </a:p>
      </dgm:t>
    </dgm:pt>
    <dgm:pt modelId="{6AF17465-2EDA-48AA-A9AA-70670C84D836}" type="parTrans" cxnId="{0BEF50F9-B2D4-42CB-85D4-C4C10A46F62A}">
      <dgm:prSet/>
      <dgm:spPr/>
      <dgm:t>
        <a:bodyPr/>
        <a:lstStyle/>
        <a:p>
          <a:endParaRPr lang="en-IN" sz="2400"/>
        </a:p>
      </dgm:t>
    </dgm:pt>
    <dgm:pt modelId="{70C71F81-F2AE-4309-9565-F7CF0213CCD1}" type="sibTrans" cxnId="{0BEF50F9-B2D4-42CB-85D4-C4C10A46F62A}">
      <dgm:prSet/>
      <dgm:spPr/>
      <dgm:t>
        <a:bodyPr/>
        <a:lstStyle/>
        <a:p>
          <a:endParaRPr lang="en-IN" sz="2400"/>
        </a:p>
      </dgm:t>
    </dgm:pt>
    <dgm:pt modelId="{6B33A446-F292-4CB8-A5F9-62174EE6324A}">
      <dgm:prSet custT="1"/>
      <dgm:spPr/>
      <dgm:t>
        <a:bodyPr/>
        <a:lstStyle/>
        <a:p>
          <a:pPr algn="l"/>
          <a:r>
            <a:rPr lang="en-US" sz="800" dirty="0"/>
            <a:t>Successful message embedding within noise-like signals</a:t>
          </a:r>
          <a:endParaRPr lang="en-IN" sz="800" dirty="0"/>
        </a:p>
      </dgm:t>
    </dgm:pt>
    <dgm:pt modelId="{CC92C451-A19F-4DD8-A2E2-27FD0084F601}" type="parTrans" cxnId="{F24CF873-2FFA-481C-A2C3-1C35D8886E12}">
      <dgm:prSet/>
      <dgm:spPr/>
      <dgm:t>
        <a:bodyPr/>
        <a:lstStyle/>
        <a:p>
          <a:endParaRPr lang="en-IN" sz="2400"/>
        </a:p>
      </dgm:t>
    </dgm:pt>
    <dgm:pt modelId="{D0E21F4A-9079-43B9-A590-D2ED1D69743A}" type="sibTrans" cxnId="{F24CF873-2FFA-481C-A2C3-1C35D8886E12}">
      <dgm:prSet/>
      <dgm:spPr/>
      <dgm:t>
        <a:bodyPr/>
        <a:lstStyle/>
        <a:p>
          <a:endParaRPr lang="en-IN" sz="2400"/>
        </a:p>
      </dgm:t>
    </dgm:pt>
    <dgm:pt modelId="{D4E31B53-EBF5-4B8B-BC77-63A85474A0AF}">
      <dgm:prSet custT="1"/>
      <dgm:spPr/>
      <dgm:t>
        <a:bodyPr/>
        <a:lstStyle/>
        <a:p>
          <a:pPr algn="l"/>
          <a:r>
            <a:rPr lang="en-US" sz="800"/>
            <a:t>This confirms that AI can synthesize covert communication waveforms.</a:t>
          </a:r>
          <a:endParaRPr lang="en-IN" sz="800"/>
        </a:p>
      </dgm:t>
    </dgm:pt>
    <dgm:pt modelId="{FF8ADFE5-756F-4822-B4FA-B41DD59E9795}" type="parTrans" cxnId="{CEA6CE5C-A8C9-4FEC-B5DA-C8BE204BF65C}">
      <dgm:prSet/>
      <dgm:spPr/>
      <dgm:t>
        <a:bodyPr/>
        <a:lstStyle/>
        <a:p>
          <a:endParaRPr lang="en-IN" sz="2400"/>
        </a:p>
      </dgm:t>
    </dgm:pt>
    <dgm:pt modelId="{D2A40DE5-EC8B-4E6A-BFE0-0EDE94F1CEDA}" type="sibTrans" cxnId="{CEA6CE5C-A8C9-4FEC-B5DA-C8BE204BF65C}">
      <dgm:prSet/>
      <dgm:spPr/>
      <dgm:t>
        <a:bodyPr/>
        <a:lstStyle/>
        <a:p>
          <a:endParaRPr lang="en-IN" sz="2400"/>
        </a:p>
      </dgm:t>
    </dgm:pt>
    <dgm:pt modelId="{3C7D11B4-7241-4BB7-ADA1-B074C430D5ED}">
      <dgm:prSet custT="1"/>
      <dgm:spPr/>
      <dgm:t>
        <a:bodyPr/>
        <a:lstStyle/>
        <a:p>
          <a:pPr algn="ctr"/>
          <a:r>
            <a:rPr lang="en-US" sz="1000" b="1" u="sng" dirty="0"/>
            <a:t>Lab Validation: </a:t>
          </a:r>
          <a:endParaRPr lang="en-IN" sz="1000" b="1" u="sng" dirty="0"/>
        </a:p>
      </dgm:t>
    </dgm:pt>
    <dgm:pt modelId="{9C6BB444-7D15-4F67-A2E0-5673A03E13E4}" type="parTrans" cxnId="{211770B2-3044-46CE-9534-6D15BADFA7C2}">
      <dgm:prSet/>
      <dgm:spPr/>
      <dgm:t>
        <a:bodyPr/>
        <a:lstStyle/>
        <a:p>
          <a:endParaRPr lang="en-IN" sz="2400"/>
        </a:p>
      </dgm:t>
    </dgm:pt>
    <dgm:pt modelId="{CD272BD8-A192-44C2-B716-3B34FE9DF9C3}" type="sibTrans" cxnId="{211770B2-3044-46CE-9534-6D15BADFA7C2}">
      <dgm:prSet/>
      <dgm:spPr/>
      <dgm:t>
        <a:bodyPr/>
        <a:lstStyle/>
        <a:p>
          <a:endParaRPr lang="en-IN" sz="2400"/>
        </a:p>
      </dgm:t>
    </dgm:pt>
    <dgm:pt modelId="{ACD09B5A-AFC9-4CE1-8C8C-F2E33FD094EB}">
      <dgm:prSet custT="1"/>
      <dgm:spPr/>
      <dgm:t>
        <a:bodyPr/>
        <a:lstStyle/>
        <a:p>
          <a:pPr algn="l"/>
          <a:r>
            <a:rPr lang="en-US" sz="800" dirty="0"/>
            <a:t>Adversarial detector testing</a:t>
          </a:r>
          <a:endParaRPr lang="en-IN" sz="800" dirty="0"/>
        </a:p>
      </dgm:t>
    </dgm:pt>
    <dgm:pt modelId="{84399C92-71A9-45CB-A2ED-5BFBA8418C8D}" type="parTrans" cxnId="{0C303441-2CD5-412D-A277-A9CCCFDBD85E}">
      <dgm:prSet/>
      <dgm:spPr/>
      <dgm:t>
        <a:bodyPr/>
        <a:lstStyle/>
        <a:p>
          <a:endParaRPr lang="en-IN" sz="2400"/>
        </a:p>
      </dgm:t>
    </dgm:pt>
    <dgm:pt modelId="{5EF4AF21-8E2E-47A0-BD8A-2536C82D4B50}" type="sibTrans" cxnId="{0C303441-2CD5-412D-A277-A9CCCFDBD85E}">
      <dgm:prSet/>
      <dgm:spPr/>
      <dgm:t>
        <a:bodyPr/>
        <a:lstStyle/>
        <a:p>
          <a:endParaRPr lang="en-IN" sz="2400"/>
        </a:p>
      </dgm:t>
    </dgm:pt>
    <dgm:pt modelId="{7954639E-D916-4920-998D-46C19EECEE13}">
      <dgm:prSet custT="1"/>
      <dgm:spPr/>
      <dgm:t>
        <a:bodyPr/>
        <a:lstStyle/>
        <a:p>
          <a:pPr algn="l"/>
          <a:r>
            <a:rPr lang="en-US" sz="800" dirty="0"/>
            <a:t>Waveforms eval using Eight EW detection tests, confirming noise-like statistical behavior.</a:t>
          </a:r>
          <a:endParaRPr lang="en-IN" sz="800" dirty="0"/>
        </a:p>
      </dgm:t>
    </dgm:pt>
    <dgm:pt modelId="{2A1E9754-27DC-4DCB-A47B-31A43BC75895}" type="parTrans" cxnId="{D7A407A4-2430-476A-83B4-13BB1E27E429}">
      <dgm:prSet/>
      <dgm:spPr/>
      <dgm:t>
        <a:bodyPr/>
        <a:lstStyle/>
        <a:p>
          <a:endParaRPr lang="en-IN" sz="2400"/>
        </a:p>
      </dgm:t>
    </dgm:pt>
    <dgm:pt modelId="{B9DA20F9-8F77-4671-A991-AB81DB1CAA07}" type="sibTrans" cxnId="{D7A407A4-2430-476A-83B4-13BB1E27E429}">
      <dgm:prSet/>
      <dgm:spPr/>
      <dgm:t>
        <a:bodyPr/>
        <a:lstStyle/>
        <a:p>
          <a:endParaRPr lang="en-IN" sz="2400"/>
        </a:p>
      </dgm:t>
    </dgm:pt>
    <dgm:pt modelId="{5D26C81A-C9FA-4BE6-A692-3F2CA846F415}">
      <dgm:prSet custT="1"/>
      <dgm:spPr/>
      <dgm:t>
        <a:bodyPr/>
        <a:lstStyle/>
        <a:p>
          <a:pPr algn="l"/>
          <a:r>
            <a:rPr lang="en-US" sz="800" dirty="0"/>
            <a:t>Realistic RF channel modelling &amp; Statistical stealth evaluation</a:t>
          </a:r>
          <a:endParaRPr lang="en-IN" sz="800" dirty="0"/>
        </a:p>
      </dgm:t>
    </dgm:pt>
    <dgm:pt modelId="{0AF1B794-3240-4624-ABEC-3E913B2082CB}" type="parTrans" cxnId="{F64E3BA2-E195-460E-B791-978F92FABEBC}">
      <dgm:prSet/>
      <dgm:spPr/>
      <dgm:t>
        <a:bodyPr/>
        <a:lstStyle/>
        <a:p>
          <a:endParaRPr lang="en-IN" sz="2400"/>
        </a:p>
      </dgm:t>
    </dgm:pt>
    <dgm:pt modelId="{62415347-1B0C-46E5-A0EA-99A2DFD4E119}" type="sibTrans" cxnId="{F64E3BA2-E195-460E-B791-978F92FABEBC}">
      <dgm:prSet/>
      <dgm:spPr/>
      <dgm:t>
        <a:bodyPr/>
        <a:lstStyle/>
        <a:p>
          <a:endParaRPr lang="en-IN" sz="2400"/>
        </a:p>
      </dgm:t>
    </dgm:pt>
    <dgm:pt modelId="{6DBC05D6-A400-4906-AEA3-1C08465F58E8}" type="pres">
      <dgm:prSet presAssocID="{35108386-6F01-4BA2-86D1-08F87BB4F34A}" presName="compositeShape" presStyleCnt="0">
        <dgm:presLayoutVars>
          <dgm:chMax val="2"/>
          <dgm:dir/>
          <dgm:resizeHandles val="exact"/>
        </dgm:presLayoutVars>
      </dgm:prSet>
      <dgm:spPr/>
    </dgm:pt>
    <dgm:pt modelId="{0BCD6A6D-14D7-4137-803F-F2B7E258AE18}" type="pres">
      <dgm:prSet presAssocID="{35108386-6F01-4BA2-86D1-08F87BB4F34A}" presName="ribbon" presStyleLbl="node1" presStyleIdx="0" presStyleCnt="1" custScaleX="143011" custLinFactNeighborY="-1488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</dgm:pt>
    <dgm:pt modelId="{51F671BB-B35F-4D32-950E-8F15964B1A4D}" type="pres">
      <dgm:prSet presAssocID="{35108386-6F01-4BA2-86D1-08F87BB4F34A}" presName="leftArrowText" presStyleLbl="node1" presStyleIdx="0" presStyleCnt="1" custLinFactNeighborX="-24211" custLinFactNeighborY="131">
        <dgm:presLayoutVars>
          <dgm:chMax val="0"/>
          <dgm:bulletEnabled val="1"/>
        </dgm:presLayoutVars>
      </dgm:prSet>
      <dgm:spPr/>
    </dgm:pt>
    <dgm:pt modelId="{EBF164D4-7BDE-49A6-93D9-0952F70BDF42}" type="pres">
      <dgm:prSet presAssocID="{35108386-6F01-4BA2-86D1-08F87BB4F34A}" presName="rightArrowText" presStyleLbl="node1" presStyleIdx="0" presStyleCnt="1" custLinFactNeighborX="30886" custLinFactNeighborY="840">
        <dgm:presLayoutVars>
          <dgm:chMax val="0"/>
          <dgm:bulletEnabled val="1"/>
        </dgm:presLayoutVars>
      </dgm:prSet>
      <dgm:spPr/>
    </dgm:pt>
  </dgm:ptLst>
  <dgm:cxnLst>
    <dgm:cxn modelId="{9BC71D1B-01A5-4CDF-9520-A2D04D8197DC}" type="presOf" srcId="{FFA5B620-C6C6-46DC-9FC2-C9849950F0ED}" destId="{51F671BB-B35F-4D32-950E-8F15964B1A4D}" srcOrd="0" destOrd="1" presId="urn:microsoft.com/office/officeart/2005/8/layout/arrow6"/>
    <dgm:cxn modelId="{72A7F32A-C6C6-4894-B0A2-97B8806615DA}" srcId="{D8F2CEA9-AC3C-4A89-B2B3-21C6E21AC9FD}" destId="{FFA5B620-C6C6-46DC-9FC2-C9849950F0ED}" srcOrd="0" destOrd="0" parTransId="{066BE25E-A519-424C-A807-D29C16A9A1B8}" sibTransId="{D37CCE8C-11C1-43B0-B8BB-C978D319BD7A}"/>
    <dgm:cxn modelId="{CEA6CE5C-A8C9-4FEC-B5DA-C8BE204BF65C}" srcId="{D8F2CEA9-AC3C-4A89-B2B3-21C6E21AC9FD}" destId="{D4E31B53-EBF5-4B8B-BC77-63A85474A0AF}" srcOrd="3" destOrd="0" parTransId="{FF8ADFE5-756F-4822-B4FA-B41DD59E9795}" sibTransId="{D2A40DE5-EC8B-4E6A-BFE0-0EDE94F1CEDA}"/>
    <dgm:cxn modelId="{0C303441-2CD5-412D-A277-A9CCCFDBD85E}" srcId="{3C7D11B4-7241-4BB7-ADA1-B074C430D5ED}" destId="{ACD09B5A-AFC9-4CE1-8C8C-F2E33FD094EB}" srcOrd="1" destOrd="0" parTransId="{84399C92-71A9-45CB-A2ED-5BFBA8418C8D}" sibTransId="{5EF4AF21-8E2E-47A0-BD8A-2536C82D4B50}"/>
    <dgm:cxn modelId="{DAE18E72-81BF-40C5-B0AB-C14AD30D6857}" type="presOf" srcId="{6B33A446-F292-4CB8-A5F9-62174EE6324A}" destId="{51F671BB-B35F-4D32-950E-8F15964B1A4D}" srcOrd="0" destOrd="3" presId="urn:microsoft.com/office/officeart/2005/8/layout/arrow6"/>
    <dgm:cxn modelId="{F24CF873-2FFA-481C-A2C3-1C35D8886E12}" srcId="{D8F2CEA9-AC3C-4A89-B2B3-21C6E21AC9FD}" destId="{6B33A446-F292-4CB8-A5F9-62174EE6324A}" srcOrd="2" destOrd="0" parTransId="{CC92C451-A19F-4DD8-A2E2-27FD0084F601}" sibTransId="{D0E21F4A-9079-43B9-A590-D2ED1D69743A}"/>
    <dgm:cxn modelId="{0DD15E54-CCD3-449A-9923-54E8ABCCDEB1}" type="presOf" srcId="{7954639E-D916-4920-998D-46C19EECEE13}" destId="{EBF164D4-7BDE-49A6-93D9-0952F70BDF42}" srcOrd="0" destOrd="3" presId="urn:microsoft.com/office/officeart/2005/8/layout/arrow6"/>
    <dgm:cxn modelId="{23FC2585-1F63-49A1-AB17-B6BD769A290E}" type="presOf" srcId="{D8F2CEA9-AC3C-4A89-B2B3-21C6E21AC9FD}" destId="{51F671BB-B35F-4D32-950E-8F15964B1A4D}" srcOrd="0" destOrd="0" presId="urn:microsoft.com/office/officeart/2005/8/layout/arrow6"/>
    <dgm:cxn modelId="{F64E3BA2-E195-460E-B791-978F92FABEBC}" srcId="{3C7D11B4-7241-4BB7-ADA1-B074C430D5ED}" destId="{5D26C81A-C9FA-4BE6-A692-3F2CA846F415}" srcOrd="0" destOrd="0" parTransId="{0AF1B794-3240-4624-ABEC-3E913B2082CB}" sibTransId="{62415347-1B0C-46E5-A0EA-99A2DFD4E119}"/>
    <dgm:cxn modelId="{D7A407A4-2430-476A-83B4-13BB1E27E429}" srcId="{3C7D11B4-7241-4BB7-ADA1-B074C430D5ED}" destId="{7954639E-D916-4920-998D-46C19EECEE13}" srcOrd="2" destOrd="0" parTransId="{2A1E9754-27DC-4DCB-A47B-31A43BC75895}" sibTransId="{B9DA20F9-8F77-4671-A991-AB81DB1CAA07}"/>
    <dgm:cxn modelId="{211770B2-3044-46CE-9534-6D15BADFA7C2}" srcId="{35108386-6F01-4BA2-86D1-08F87BB4F34A}" destId="{3C7D11B4-7241-4BB7-ADA1-B074C430D5ED}" srcOrd="1" destOrd="0" parTransId="{9C6BB444-7D15-4F67-A2E0-5673A03E13E4}" sibTransId="{CD272BD8-A192-44C2-B716-3B34FE9DF9C3}"/>
    <dgm:cxn modelId="{C0DEC1B8-C2C7-4B42-B6CA-45BBB072AAA2}" type="presOf" srcId="{D4E31B53-EBF5-4B8B-BC77-63A85474A0AF}" destId="{51F671BB-B35F-4D32-950E-8F15964B1A4D}" srcOrd="0" destOrd="4" presId="urn:microsoft.com/office/officeart/2005/8/layout/arrow6"/>
    <dgm:cxn modelId="{312E5ABB-4DFB-448E-9AF1-13541B29E6B7}" type="presOf" srcId="{5D26C81A-C9FA-4BE6-A692-3F2CA846F415}" destId="{EBF164D4-7BDE-49A6-93D9-0952F70BDF42}" srcOrd="0" destOrd="1" presId="urn:microsoft.com/office/officeart/2005/8/layout/arrow6"/>
    <dgm:cxn modelId="{6AB006C1-325C-4408-9B98-A4C798DDE7CA}" type="presOf" srcId="{564F5399-64B5-4B3E-B11B-222FA365AED6}" destId="{51F671BB-B35F-4D32-950E-8F15964B1A4D}" srcOrd="0" destOrd="2" presId="urn:microsoft.com/office/officeart/2005/8/layout/arrow6"/>
    <dgm:cxn modelId="{8A68A7D4-340C-4E6B-8551-EC14B1835D69}" type="presOf" srcId="{3C7D11B4-7241-4BB7-ADA1-B074C430D5ED}" destId="{EBF164D4-7BDE-49A6-93D9-0952F70BDF42}" srcOrd="0" destOrd="0" presId="urn:microsoft.com/office/officeart/2005/8/layout/arrow6"/>
    <dgm:cxn modelId="{06BEA6E1-BF53-4518-8E38-72F438D9A935}" type="presOf" srcId="{35108386-6F01-4BA2-86D1-08F87BB4F34A}" destId="{6DBC05D6-A400-4906-AEA3-1C08465F58E8}" srcOrd="0" destOrd="0" presId="urn:microsoft.com/office/officeart/2005/8/layout/arrow6"/>
    <dgm:cxn modelId="{6481FDE4-22F9-41F5-BECB-2372F97E6E98}" srcId="{35108386-6F01-4BA2-86D1-08F87BB4F34A}" destId="{D8F2CEA9-AC3C-4A89-B2B3-21C6E21AC9FD}" srcOrd="0" destOrd="0" parTransId="{74BF7199-0D2A-4DE6-979C-4D40E454BF2F}" sibTransId="{8C709F2B-2D71-44A2-A39A-C4162B3A64CA}"/>
    <dgm:cxn modelId="{43ACF5F2-3BCF-4769-88E0-9706475D1695}" type="presOf" srcId="{ACD09B5A-AFC9-4CE1-8C8C-F2E33FD094EB}" destId="{EBF164D4-7BDE-49A6-93D9-0952F70BDF42}" srcOrd="0" destOrd="2" presId="urn:microsoft.com/office/officeart/2005/8/layout/arrow6"/>
    <dgm:cxn modelId="{0BEF50F9-B2D4-42CB-85D4-C4C10A46F62A}" srcId="{D8F2CEA9-AC3C-4A89-B2B3-21C6E21AC9FD}" destId="{564F5399-64B5-4B3E-B11B-222FA365AED6}" srcOrd="1" destOrd="0" parTransId="{6AF17465-2EDA-48AA-A9AA-70670C84D836}" sibTransId="{70C71F81-F2AE-4309-9565-F7CF0213CCD1}"/>
    <dgm:cxn modelId="{4CBBAF72-D136-41EE-BADE-2B992CECBC08}" type="presParOf" srcId="{6DBC05D6-A400-4906-AEA3-1C08465F58E8}" destId="{0BCD6A6D-14D7-4137-803F-F2B7E258AE18}" srcOrd="0" destOrd="0" presId="urn:microsoft.com/office/officeart/2005/8/layout/arrow6"/>
    <dgm:cxn modelId="{100D1968-2571-4D8A-AD52-6804F02694FB}" type="presParOf" srcId="{6DBC05D6-A400-4906-AEA3-1C08465F58E8}" destId="{51F671BB-B35F-4D32-950E-8F15964B1A4D}" srcOrd="1" destOrd="0" presId="urn:microsoft.com/office/officeart/2005/8/layout/arrow6"/>
    <dgm:cxn modelId="{43EBEB13-E151-46AB-9770-76C5AB9D5EF3}" type="presParOf" srcId="{6DBC05D6-A400-4906-AEA3-1C08465F58E8}" destId="{EBF164D4-7BDE-49A6-93D9-0952F70BDF42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5B48AA-167F-4447-82CE-D0CE15CDD30E}" type="doc">
      <dgm:prSet loTypeId="urn:microsoft.com/office/officeart/2005/8/layout/orgChart1" loCatId="hierarchy" qsTypeId="urn:microsoft.com/office/officeart/2005/8/quickstyle/simple5" qsCatId="simple" csTypeId="urn:microsoft.com/office/officeart/2005/8/colors/accent3_1" csCatId="accent3" phldr="1"/>
      <dgm:spPr>
        <a:scene3d>
          <a:camera prst="orthographicFront">
            <a:rot lat="0" lon="0" rev="0"/>
          </a:camera>
          <a:lightRig rig="soft" dir="t">
            <a:rot lat="0" lon="0" rev="0"/>
          </a:lightRig>
        </a:scene3d>
      </dgm:spPr>
      <dgm:t>
        <a:bodyPr/>
        <a:lstStyle/>
        <a:p>
          <a:endParaRPr lang="en-IN"/>
        </a:p>
      </dgm:t>
    </dgm:pt>
    <dgm:pt modelId="{D21C9C64-014B-4FA3-B0A2-D41FC224DDD6}">
      <dgm:prSet phldrT="[Text]" custT="1"/>
      <dgm:spPr>
        <a:solidFill>
          <a:schemeClr val="accent6">
            <a:lumMod val="60000"/>
            <a:lumOff val="40000"/>
          </a:schemeClr>
        </a:solidFill>
        <a:sp3d prstMaterial="metal">
          <a:bevelT w="88900" h="88900"/>
        </a:sp3d>
      </dgm:spPr>
      <dgm:t>
        <a:bodyPr/>
        <a:lstStyle/>
        <a:p>
          <a:pPr algn="ctr">
            <a:buClrTx/>
            <a:buSzTx/>
            <a:buFontTx/>
            <a:buNone/>
          </a:pPr>
          <a:r>
            <a:rPr kumimoji="0" lang="en-US" sz="900" b="1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 Generator (G) creates IQ waveforms. A Discriminator (D) tries to distinguish them from real noise. G is trained to fool D — when D reaches ~50% accuracy (random guessing), the waveform is truly noise-like.</a:t>
          </a:r>
          <a:endParaRPr lang="en-IN" sz="9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816A17-8FEC-402D-85DC-72CC6B26D92A}" type="parTrans" cxnId="{7C603CFF-EC7B-4149-A505-2C6D89ADD903}">
      <dgm:prSet/>
      <dgm:spPr/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B98B53-B91C-4952-BF96-235FC776A77A}" type="sibTrans" cxnId="{7C603CFF-EC7B-4149-A505-2C6D89ADD903}">
      <dgm:prSet/>
      <dgm:spPr/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6D60DE-8094-4405-8D81-4BEB11E69508}">
      <dgm:prSet phldrT="[Text]" custT="1"/>
      <dgm:spPr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800" b="0" i="0" u="none" strike="noStrike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30% Gaussian noise added at training &amp; inference, then renormalized. Prevents 'clean' fingerprinting.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BFBE1E-B1D7-4820-9A33-0F6F3E8C2723}" type="parTrans" cxnId="{0F60CB37-0C95-4DBE-90D0-91DDD8C4742E}">
      <dgm:prSet custT="1"/>
      <dgm:spPr>
        <a:sp3d prstMaterial="metal">
          <a:bevelT w="88900" h="88900"/>
        </a:sp3d>
      </dgm:spPr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249A95-8419-4BE1-8714-25057A4CAA92}" type="sibTrans" cxnId="{0F60CB37-0C95-4DBE-90D0-91DDD8C4742E}">
      <dgm:prSet/>
      <dgm:spPr/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9E4247-BC69-4A7F-B82B-02637EDB9B33}">
      <dgm:prSet phldrT="[Text]" custT="1"/>
      <dgm:spPr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en-US" sz="800" b="0" i="0" u="none" strike="noStrike" cap="none" spc="0" normalizeH="0" baseline="0" noProof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Forces G to produce different waveforms for different inputs — prevents mode collapse to one recognisable 'safe' output subspace.</a:t>
          </a:r>
          <a:endParaRPr lang="en-IN" sz="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5686C9-32D3-4547-9C83-3EDE4EA43319}" type="parTrans" cxnId="{F167CC8F-C728-42E5-A79B-232FB9712BD9}">
      <dgm:prSet custT="1"/>
      <dgm:spPr>
        <a:sp3d prstMaterial="metal">
          <a:bevelT w="88900" h="88900"/>
        </a:sp3d>
      </dgm:spPr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731B8F-F090-48C1-AB87-E138ADEFD2F5}" type="sibTrans" cxnId="{F167CC8F-C728-42E5-A79B-232FB9712BD9}">
      <dgm:prSet/>
      <dgm:spPr/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4E9B08-F2B9-4CE9-9BCA-ADAB3252CCE2}">
      <dgm:prSet custT="1"/>
      <dgm:spPr>
        <a:solidFill>
          <a:schemeClr val="bg1">
            <a:lumMod val="85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kumimoji="0" lang="en-US" sz="800" b="0" i="0" u="none" strike="noStrike" cap="none" spc="0" normalizeH="0" baseline="0" noProof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 second discriminator D2 is re-initialised every 25 epochs — forces G to generalise against detectors it has never seen before.</a:t>
          </a:r>
          <a:endParaRPr kumimoji="0" lang="en-US" sz="800" b="0" i="0" u="none" strike="noStrike" cap="none" spc="0" normalizeH="0" baseline="0" noProof="0" dirty="0">
            <a:ln/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B26EF2B-4AD5-4093-A1E0-3C9C1546E29C}" type="parTrans" cxnId="{28C753D2-5C1B-4ED5-9A31-568220ADF853}">
      <dgm:prSet custT="1"/>
      <dgm:spPr>
        <a:sp3d prstMaterial="metal">
          <a:bevelT w="88900" h="88900"/>
        </a:sp3d>
      </dgm:spPr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77F017-2E82-434C-8EDB-8465B34CA20D}" type="sibTrans" cxnId="{28C753D2-5C1B-4ED5-9A31-568220ADF853}">
      <dgm:prSet/>
      <dgm:spPr/>
      <dgm:t>
        <a:bodyPr/>
        <a:lstStyle/>
        <a:p>
          <a:endParaRPr lang="en-IN" sz="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F02EF2-761B-4749-8435-1461E1E519BD}" type="pres">
      <dgm:prSet presAssocID="{035B48AA-167F-4447-82CE-D0CE15CDD3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4B56F1-9510-4CA5-ADAE-C32499A73F3C}" type="pres">
      <dgm:prSet presAssocID="{D21C9C64-014B-4FA3-B0A2-D41FC224DDD6}" presName="hierRoot1" presStyleCnt="0">
        <dgm:presLayoutVars>
          <dgm:hierBranch val="init"/>
        </dgm:presLayoutVars>
      </dgm:prSet>
      <dgm:spPr>
        <a:sp3d prstMaterial="metal">
          <a:bevelT w="88900" h="88900"/>
        </a:sp3d>
      </dgm:spPr>
    </dgm:pt>
    <dgm:pt modelId="{92825180-61A1-46CC-A857-3B9DEE71270E}" type="pres">
      <dgm:prSet presAssocID="{D21C9C64-014B-4FA3-B0A2-D41FC224DDD6}" presName="rootComposite1" presStyleCnt="0"/>
      <dgm:spPr>
        <a:sp3d prstMaterial="metal">
          <a:bevelT w="88900" h="88900"/>
        </a:sp3d>
      </dgm:spPr>
    </dgm:pt>
    <dgm:pt modelId="{989BA492-9DC0-48BC-B76F-51CC46F81939}" type="pres">
      <dgm:prSet presAssocID="{D21C9C64-014B-4FA3-B0A2-D41FC224DDD6}" presName="rootText1" presStyleLbl="node0" presStyleIdx="0" presStyleCnt="1" custScaleX="310214" custScaleY="47872">
        <dgm:presLayoutVars>
          <dgm:chPref val="3"/>
        </dgm:presLayoutVars>
      </dgm:prSet>
      <dgm:spPr/>
    </dgm:pt>
    <dgm:pt modelId="{CCF81A01-9E69-40F1-9595-33629E3D1FDE}" type="pres">
      <dgm:prSet presAssocID="{D21C9C64-014B-4FA3-B0A2-D41FC224DDD6}" presName="rootConnector1" presStyleLbl="node1" presStyleIdx="0" presStyleCnt="0"/>
      <dgm:spPr/>
    </dgm:pt>
    <dgm:pt modelId="{7672CB6A-6528-4871-B1C8-5ECF24A5E1B0}" type="pres">
      <dgm:prSet presAssocID="{D21C9C64-014B-4FA3-B0A2-D41FC224DDD6}" presName="hierChild2" presStyleCnt="0"/>
      <dgm:spPr>
        <a:sp3d prstMaterial="metal">
          <a:bevelT w="88900" h="88900"/>
        </a:sp3d>
      </dgm:spPr>
    </dgm:pt>
    <dgm:pt modelId="{FE8406C3-07CC-4618-A537-1FD6E053B8E0}" type="pres">
      <dgm:prSet presAssocID="{F2BFBE1E-B1D7-4820-9A33-0F6F3E8C2723}" presName="Name37" presStyleLbl="parChTrans1D2" presStyleIdx="0" presStyleCnt="3"/>
      <dgm:spPr/>
    </dgm:pt>
    <dgm:pt modelId="{D3D88425-BEEB-44F8-BAA2-98754350FF5D}" type="pres">
      <dgm:prSet presAssocID="{046D60DE-8094-4405-8D81-4BEB11E69508}" presName="hierRoot2" presStyleCnt="0">
        <dgm:presLayoutVars>
          <dgm:hierBranch val="init"/>
        </dgm:presLayoutVars>
      </dgm:prSet>
      <dgm:spPr>
        <a:sp3d prstMaterial="metal">
          <a:bevelT w="88900" h="88900"/>
        </a:sp3d>
      </dgm:spPr>
    </dgm:pt>
    <dgm:pt modelId="{073ADBF4-A978-4005-B9C9-E0953887A0A3}" type="pres">
      <dgm:prSet presAssocID="{046D60DE-8094-4405-8D81-4BEB11E69508}" presName="rootComposite" presStyleCnt="0"/>
      <dgm:spPr>
        <a:sp3d prstMaterial="metal">
          <a:bevelT w="88900" h="88900"/>
        </a:sp3d>
      </dgm:spPr>
    </dgm:pt>
    <dgm:pt modelId="{61AA4655-42DD-486C-B036-053FF7CC3932}" type="pres">
      <dgm:prSet presAssocID="{046D60DE-8094-4405-8D81-4BEB11E69508}" presName="rootText" presStyleLbl="node2" presStyleIdx="0" presStyleCnt="3" custScaleX="114937">
        <dgm:presLayoutVars>
          <dgm:chPref val="3"/>
        </dgm:presLayoutVars>
      </dgm:prSet>
      <dgm:spPr/>
    </dgm:pt>
    <dgm:pt modelId="{A6CEE07B-9A45-436F-8606-A42047498FC7}" type="pres">
      <dgm:prSet presAssocID="{046D60DE-8094-4405-8D81-4BEB11E69508}" presName="rootConnector" presStyleLbl="node2" presStyleIdx="0" presStyleCnt="3"/>
      <dgm:spPr/>
    </dgm:pt>
    <dgm:pt modelId="{8975F828-464D-4BA6-88D5-872FA3E5A9B9}" type="pres">
      <dgm:prSet presAssocID="{046D60DE-8094-4405-8D81-4BEB11E69508}" presName="hierChild4" presStyleCnt="0"/>
      <dgm:spPr>
        <a:sp3d prstMaterial="metal">
          <a:bevelT w="88900" h="88900"/>
        </a:sp3d>
      </dgm:spPr>
    </dgm:pt>
    <dgm:pt modelId="{91B37059-23F3-4D12-9739-8F9218FB3A40}" type="pres">
      <dgm:prSet presAssocID="{046D60DE-8094-4405-8D81-4BEB11E69508}" presName="hierChild5" presStyleCnt="0"/>
      <dgm:spPr>
        <a:sp3d prstMaterial="metal">
          <a:bevelT w="88900" h="88900"/>
        </a:sp3d>
      </dgm:spPr>
    </dgm:pt>
    <dgm:pt modelId="{49EEB06C-329F-4B44-A9B3-0E2B89DA015E}" type="pres">
      <dgm:prSet presAssocID="{E45686C9-32D3-4547-9C83-3EDE4EA43319}" presName="Name37" presStyleLbl="parChTrans1D2" presStyleIdx="1" presStyleCnt="3"/>
      <dgm:spPr/>
    </dgm:pt>
    <dgm:pt modelId="{9014F860-46B5-4BF6-832E-D9DD0442DF01}" type="pres">
      <dgm:prSet presAssocID="{E59E4247-BC69-4A7F-B82B-02637EDB9B33}" presName="hierRoot2" presStyleCnt="0">
        <dgm:presLayoutVars>
          <dgm:hierBranch val="init"/>
        </dgm:presLayoutVars>
      </dgm:prSet>
      <dgm:spPr>
        <a:sp3d prstMaterial="metal">
          <a:bevelT w="88900" h="88900"/>
        </a:sp3d>
      </dgm:spPr>
    </dgm:pt>
    <dgm:pt modelId="{BCB7EF09-39A4-4BE6-A4A5-C48FFDAA8FA4}" type="pres">
      <dgm:prSet presAssocID="{E59E4247-BC69-4A7F-B82B-02637EDB9B33}" presName="rootComposite" presStyleCnt="0"/>
      <dgm:spPr>
        <a:sp3d prstMaterial="metal">
          <a:bevelT w="88900" h="88900"/>
        </a:sp3d>
      </dgm:spPr>
    </dgm:pt>
    <dgm:pt modelId="{E5FF14FA-E927-488B-B969-D1B60710A45C}" type="pres">
      <dgm:prSet presAssocID="{E59E4247-BC69-4A7F-B82B-02637EDB9B33}" presName="rootText" presStyleLbl="node2" presStyleIdx="1" presStyleCnt="3" custScaleX="114937">
        <dgm:presLayoutVars>
          <dgm:chPref val="3"/>
        </dgm:presLayoutVars>
      </dgm:prSet>
      <dgm:spPr/>
    </dgm:pt>
    <dgm:pt modelId="{A065D7B8-7958-4243-8C2F-09617E79C64A}" type="pres">
      <dgm:prSet presAssocID="{E59E4247-BC69-4A7F-B82B-02637EDB9B33}" presName="rootConnector" presStyleLbl="node2" presStyleIdx="1" presStyleCnt="3"/>
      <dgm:spPr/>
    </dgm:pt>
    <dgm:pt modelId="{A7FE2AD1-61EE-425A-8657-EF4D6E8D6B0F}" type="pres">
      <dgm:prSet presAssocID="{E59E4247-BC69-4A7F-B82B-02637EDB9B33}" presName="hierChild4" presStyleCnt="0"/>
      <dgm:spPr>
        <a:sp3d prstMaterial="metal">
          <a:bevelT w="88900" h="88900"/>
        </a:sp3d>
      </dgm:spPr>
    </dgm:pt>
    <dgm:pt modelId="{738A740E-D514-45ED-B7CE-2D18DD6B9AB0}" type="pres">
      <dgm:prSet presAssocID="{E59E4247-BC69-4A7F-B82B-02637EDB9B33}" presName="hierChild5" presStyleCnt="0"/>
      <dgm:spPr>
        <a:sp3d prstMaterial="metal">
          <a:bevelT w="88900" h="88900"/>
        </a:sp3d>
      </dgm:spPr>
    </dgm:pt>
    <dgm:pt modelId="{1F847796-6F0F-43D3-9CAF-2C82C1390AE0}" type="pres">
      <dgm:prSet presAssocID="{CB26EF2B-4AD5-4093-A1E0-3C9C1546E29C}" presName="Name37" presStyleLbl="parChTrans1D2" presStyleIdx="2" presStyleCnt="3"/>
      <dgm:spPr/>
    </dgm:pt>
    <dgm:pt modelId="{87D745E3-3D5C-406E-8E01-CE6CAE1497E5}" type="pres">
      <dgm:prSet presAssocID="{2E4E9B08-F2B9-4CE9-9BCA-ADAB3252CCE2}" presName="hierRoot2" presStyleCnt="0">
        <dgm:presLayoutVars>
          <dgm:hierBranch val="init"/>
        </dgm:presLayoutVars>
      </dgm:prSet>
      <dgm:spPr>
        <a:sp3d prstMaterial="metal">
          <a:bevelT w="88900" h="88900"/>
        </a:sp3d>
      </dgm:spPr>
    </dgm:pt>
    <dgm:pt modelId="{E19628FD-8C28-45D8-B144-3267630A1F28}" type="pres">
      <dgm:prSet presAssocID="{2E4E9B08-F2B9-4CE9-9BCA-ADAB3252CCE2}" presName="rootComposite" presStyleCnt="0"/>
      <dgm:spPr>
        <a:sp3d prstMaterial="metal">
          <a:bevelT w="88900" h="88900"/>
        </a:sp3d>
      </dgm:spPr>
    </dgm:pt>
    <dgm:pt modelId="{6BED329F-B490-4ACC-8FCE-407D103A8D6E}" type="pres">
      <dgm:prSet presAssocID="{2E4E9B08-F2B9-4CE9-9BCA-ADAB3252CCE2}" presName="rootText" presStyleLbl="node2" presStyleIdx="2" presStyleCnt="3" custScaleX="114937">
        <dgm:presLayoutVars>
          <dgm:chPref val="3"/>
        </dgm:presLayoutVars>
      </dgm:prSet>
      <dgm:spPr/>
    </dgm:pt>
    <dgm:pt modelId="{0447B5DB-4C4C-45A3-B138-C9251990377C}" type="pres">
      <dgm:prSet presAssocID="{2E4E9B08-F2B9-4CE9-9BCA-ADAB3252CCE2}" presName="rootConnector" presStyleLbl="node2" presStyleIdx="2" presStyleCnt="3"/>
      <dgm:spPr/>
    </dgm:pt>
    <dgm:pt modelId="{B5E81D16-F470-450B-9D7D-068A8AB0E4C7}" type="pres">
      <dgm:prSet presAssocID="{2E4E9B08-F2B9-4CE9-9BCA-ADAB3252CCE2}" presName="hierChild4" presStyleCnt="0"/>
      <dgm:spPr>
        <a:sp3d prstMaterial="metal">
          <a:bevelT w="88900" h="88900"/>
        </a:sp3d>
      </dgm:spPr>
    </dgm:pt>
    <dgm:pt modelId="{CDA1C213-5B8C-4B42-B0DF-287F70541E8E}" type="pres">
      <dgm:prSet presAssocID="{2E4E9B08-F2B9-4CE9-9BCA-ADAB3252CCE2}" presName="hierChild5" presStyleCnt="0"/>
      <dgm:spPr>
        <a:sp3d prstMaterial="metal">
          <a:bevelT w="88900" h="88900"/>
        </a:sp3d>
      </dgm:spPr>
    </dgm:pt>
    <dgm:pt modelId="{872420F5-1DAC-4563-9316-E71FBC6E871D}" type="pres">
      <dgm:prSet presAssocID="{D21C9C64-014B-4FA3-B0A2-D41FC224DDD6}" presName="hierChild3" presStyleCnt="0"/>
      <dgm:spPr>
        <a:sp3d prstMaterial="metal">
          <a:bevelT w="88900" h="88900"/>
        </a:sp3d>
      </dgm:spPr>
    </dgm:pt>
  </dgm:ptLst>
  <dgm:cxnLst>
    <dgm:cxn modelId="{A10B9104-4FD7-4995-B1BC-C6BB4C0525D1}" type="presOf" srcId="{2E4E9B08-F2B9-4CE9-9BCA-ADAB3252CCE2}" destId="{0447B5DB-4C4C-45A3-B138-C9251990377C}" srcOrd="1" destOrd="0" presId="urn:microsoft.com/office/officeart/2005/8/layout/orgChart1"/>
    <dgm:cxn modelId="{11F8F034-E5BF-4AC1-83DE-0343BB3B6835}" type="presOf" srcId="{035B48AA-167F-4447-82CE-D0CE15CDD30E}" destId="{88F02EF2-761B-4749-8435-1461E1E519BD}" srcOrd="0" destOrd="0" presId="urn:microsoft.com/office/officeart/2005/8/layout/orgChart1"/>
    <dgm:cxn modelId="{0F60CB37-0C95-4DBE-90D0-91DDD8C4742E}" srcId="{D21C9C64-014B-4FA3-B0A2-D41FC224DDD6}" destId="{046D60DE-8094-4405-8D81-4BEB11E69508}" srcOrd="0" destOrd="0" parTransId="{F2BFBE1E-B1D7-4820-9A33-0F6F3E8C2723}" sibTransId="{9F249A95-8419-4BE1-8714-25057A4CAA92}"/>
    <dgm:cxn modelId="{08445051-B007-4A31-9692-A7A3AFCD6E54}" type="presOf" srcId="{E45686C9-32D3-4547-9C83-3EDE4EA43319}" destId="{49EEB06C-329F-4B44-A9B3-0E2B89DA015E}" srcOrd="0" destOrd="0" presId="urn:microsoft.com/office/officeart/2005/8/layout/orgChart1"/>
    <dgm:cxn modelId="{C0028652-8C2A-4848-BD13-F48004A5B85F}" type="presOf" srcId="{D21C9C64-014B-4FA3-B0A2-D41FC224DDD6}" destId="{989BA492-9DC0-48BC-B76F-51CC46F81939}" srcOrd="0" destOrd="0" presId="urn:microsoft.com/office/officeart/2005/8/layout/orgChart1"/>
    <dgm:cxn modelId="{4707CC7F-35A6-4E83-9A8D-61531DB6CB52}" type="presOf" srcId="{D21C9C64-014B-4FA3-B0A2-D41FC224DDD6}" destId="{CCF81A01-9E69-40F1-9595-33629E3D1FDE}" srcOrd="1" destOrd="0" presId="urn:microsoft.com/office/officeart/2005/8/layout/orgChart1"/>
    <dgm:cxn modelId="{F167CC8F-C728-42E5-A79B-232FB9712BD9}" srcId="{D21C9C64-014B-4FA3-B0A2-D41FC224DDD6}" destId="{E59E4247-BC69-4A7F-B82B-02637EDB9B33}" srcOrd="1" destOrd="0" parTransId="{E45686C9-32D3-4547-9C83-3EDE4EA43319}" sibTransId="{E6731B8F-F090-48C1-AB87-E138ADEFD2F5}"/>
    <dgm:cxn modelId="{21168F97-4A4D-47A8-9FBE-903249A7C42A}" type="presOf" srcId="{E59E4247-BC69-4A7F-B82B-02637EDB9B33}" destId="{A065D7B8-7958-4243-8C2F-09617E79C64A}" srcOrd="1" destOrd="0" presId="urn:microsoft.com/office/officeart/2005/8/layout/orgChart1"/>
    <dgm:cxn modelId="{D89BD59C-3EB4-4D80-A3F7-967E95CA0802}" type="presOf" srcId="{046D60DE-8094-4405-8D81-4BEB11E69508}" destId="{A6CEE07B-9A45-436F-8606-A42047498FC7}" srcOrd="1" destOrd="0" presId="urn:microsoft.com/office/officeart/2005/8/layout/orgChart1"/>
    <dgm:cxn modelId="{F6F65EAE-5334-4AA7-8B5D-C306ADBA10DC}" type="presOf" srcId="{E59E4247-BC69-4A7F-B82B-02637EDB9B33}" destId="{E5FF14FA-E927-488B-B969-D1B60710A45C}" srcOrd="0" destOrd="0" presId="urn:microsoft.com/office/officeart/2005/8/layout/orgChart1"/>
    <dgm:cxn modelId="{28C753D2-5C1B-4ED5-9A31-568220ADF853}" srcId="{D21C9C64-014B-4FA3-B0A2-D41FC224DDD6}" destId="{2E4E9B08-F2B9-4CE9-9BCA-ADAB3252CCE2}" srcOrd="2" destOrd="0" parTransId="{CB26EF2B-4AD5-4093-A1E0-3C9C1546E29C}" sibTransId="{9477F017-2E82-434C-8EDB-8465B34CA20D}"/>
    <dgm:cxn modelId="{E41ACCEC-0AF8-47CC-8492-DDF60E008410}" type="presOf" srcId="{046D60DE-8094-4405-8D81-4BEB11E69508}" destId="{61AA4655-42DD-486C-B036-053FF7CC3932}" srcOrd="0" destOrd="0" presId="urn:microsoft.com/office/officeart/2005/8/layout/orgChart1"/>
    <dgm:cxn modelId="{9F3DEAEC-BF41-4159-A942-9CE3CBBE6AE2}" type="presOf" srcId="{CB26EF2B-4AD5-4093-A1E0-3C9C1546E29C}" destId="{1F847796-6F0F-43D3-9CAF-2C82C1390AE0}" srcOrd="0" destOrd="0" presId="urn:microsoft.com/office/officeart/2005/8/layout/orgChart1"/>
    <dgm:cxn modelId="{E0100CEF-F030-4BA4-8EC1-2BF62D0BD5F0}" type="presOf" srcId="{F2BFBE1E-B1D7-4820-9A33-0F6F3E8C2723}" destId="{FE8406C3-07CC-4618-A537-1FD6E053B8E0}" srcOrd="0" destOrd="0" presId="urn:microsoft.com/office/officeart/2005/8/layout/orgChart1"/>
    <dgm:cxn modelId="{98CD7CFC-4E4F-47C2-9F07-F64A0260FBA9}" type="presOf" srcId="{2E4E9B08-F2B9-4CE9-9BCA-ADAB3252CCE2}" destId="{6BED329F-B490-4ACC-8FCE-407D103A8D6E}" srcOrd="0" destOrd="0" presId="urn:microsoft.com/office/officeart/2005/8/layout/orgChart1"/>
    <dgm:cxn modelId="{7C603CFF-EC7B-4149-A505-2C6D89ADD903}" srcId="{035B48AA-167F-4447-82CE-D0CE15CDD30E}" destId="{D21C9C64-014B-4FA3-B0A2-D41FC224DDD6}" srcOrd="0" destOrd="0" parTransId="{DF816A17-8FEC-402D-85DC-72CC6B26D92A}" sibTransId="{80B98B53-B91C-4952-BF96-235FC776A77A}"/>
    <dgm:cxn modelId="{92E8AD5C-3675-4B80-B027-990B9303CBC7}" type="presParOf" srcId="{88F02EF2-761B-4749-8435-1461E1E519BD}" destId="{944B56F1-9510-4CA5-ADAE-C32499A73F3C}" srcOrd="0" destOrd="0" presId="urn:microsoft.com/office/officeart/2005/8/layout/orgChart1"/>
    <dgm:cxn modelId="{7550DED5-365A-44F4-B07E-D14FEFBD6D56}" type="presParOf" srcId="{944B56F1-9510-4CA5-ADAE-C32499A73F3C}" destId="{92825180-61A1-46CC-A857-3B9DEE71270E}" srcOrd="0" destOrd="0" presId="urn:microsoft.com/office/officeart/2005/8/layout/orgChart1"/>
    <dgm:cxn modelId="{4A645FA0-A341-4552-890D-37CD69F92354}" type="presParOf" srcId="{92825180-61A1-46CC-A857-3B9DEE71270E}" destId="{989BA492-9DC0-48BC-B76F-51CC46F81939}" srcOrd="0" destOrd="0" presId="urn:microsoft.com/office/officeart/2005/8/layout/orgChart1"/>
    <dgm:cxn modelId="{B28D85B4-A914-42D6-8BF1-C1CB3D702FF6}" type="presParOf" srcId="{92825180-61A1-46CC-A857-3B9DEE71270E}" destId="{CCF81A01-9E69-40F1-9595-33629E3D1FDE}" srcOrd="1" destOrd="0" presId="urn:microsoft.com/office/officeart/2005/8/layout/orgChart1"/>
    <dgm:cxn modelId="{40B6E1AD-1E33-4E76-8467-10B2F8673A06}" type="presParOf" srcId="{944B56F1-9510-4CA5-ADAE-C32499A73F3C}" destId="{7672CB6A-6528-4871-B1C8-5ECF24A5E1B0}" srcOrd="1" destOrd="0" presId="urn:microsoft.com/office/officeart/2005/8/layout/orgChart1"/>
    <dgm:cxn modelId="{37B37B47-D79D-4BE1-BB65-81C53B3E3ABD}" type="presParOf" srcId="{7672CB6A-6528-4871-B1C8-5ECF24A5E1B0}" destId="{FE8406C3-07CC-4618-A537-1FD6E053B8E0}" srcOrd="0" destOrd="0" presId="urn:microsoft.com/office/officeart/2005/8/layout/orgChart1"/>
    <dgm:cxn modelId="{BCB027BB-524C-42D2-8B67-9D0ECFE9436C}" type="presParOf" srcId="{7672CB6A-6528-4871-B1C8-5ECF24A5E1B0}" destId="{D3D88425-BEEB-44F8-BAA2-98754350FF5D}" srcOrd="1" destOrd="0" presId="urn:microsoft.com/office/officeart/2005/8/layout/orgChart1"/>
    <dgm:cxn modelId="{7CBDCECE-0622-4378-ADA4-09647EBE680E}" type="presParOf" srcId="{D3D88425-BEEB-44F8-BAA2-98754350FF5D}" destId="{073ADBF4-A978-4005-B9C9-E0953887A0A3}" srcOrd="0" destOrd="0" presId="urn:microsoft.com/office/officeart/2005/8/layout/orgChart1"/>
    <dgm:cxn modelId="{88D353F2-ADED-4554-A354-E0459C07D188}" type="presParOf" srcId="{073ADBF4-A978-4005-B9C9-E0953887A0A3}" destId="{61AA4655-42DD-486C-B036-053FF7CC3932}" srcOrd="0" destOrd="0" presId="urn:microsoft.com/office/officeart/2005/8/layout/orgChart1"/>
    <dgm:cxn modelId="{655E1C28-BDCA-4C11-8668-FE5739B5264A}" type="presParOf" srcId="{073ADBF4-A978-4005-B9C9-E0953887A0A3}" destId="{A6CEE07B-9A45-436F-8606-A42047498FC7}" srcOrd="1" destOrd="0" presId="urn:microsoft.com/office/officeart/2005/8/layout/orgChart1"/>
    <dgm:cxn modelId="{B8572051-F16B-44F3-B18C-0CF7319D5FD3}" type="presParOf" srcId="{D3D88425-BEEB-44F8-BAA2-98754350FF5D}" destId="{8975F828-464D-4BA6-88D5-872FA3E5A9B9}" srcOrd="1" destOrd="0" presId="urn:microsoft.com/office/officeart/2005/8/layout/orgChart1"/>
    <dgm:cxn modelId="{30964A63-5E86-4235-B5EB-20E342BCA55C}" type="presParOf" srcId="{D3D88425-BEEB-44F8-BAA2-98754350FF5D}" destId="{91B37059-23F3-4D12-9739-8F9218FB3A40}" srcOrd="2" destOrd="0" presId="urn:microsoft.com/office/officeart/2005/8/layout/orgChart1"/>
    <dgm:cxn modelId="{E45C46F0-9395-4A09-ABC1-C51D6620FBD3}" type="presParOf" srcId="{7672CB6A-6528-4871-B1C8-5ECF24A5E1B0}" destId="{49EEB06C-329F-4B44-A9B3-0E2B89DA015E}" srcOrd="2" destOrd="0" presId="urn:microsoft.com/office/officeart/2005/8/layout/orgChart1"/>
    <dgm:cxn modelId="{9167A33B-CE34-435C-8030-2E700AC97D33}" type="presParOf" srcId="{7672CB6A-6528-4871-B1C8-5ECF24A5E1B0}" destId="{9014F860-46B5-4BF6-832E-D9DD0442DF01}" srcOrd="3" destOrd="0" presId="urn:microsoft.com/office/officeart/2005/8/layout/orgChart1"/>
    <dgm:cxn modelId="{110C68E5-516A-401C-96CE-2441EF456B88}" type="presParOf" srcId="{9014F860-46B5-4BF6-832E-D9DD0442DF01}" destId="{BCB7EF09-39A4-4BE6-A4A5-C48FFDAA8FA4}" srcOrd="0" destOrd="0" presId="urn:microsoft.com/office/officeart/2005/8/layout/orgChart1"/>
    <dgm:cxn modelId="{337B2DAB-00D6-4BAC-9174-79EF610EDC2D}" type="presParOf" srcId="{BCB7EF09-39A4-4BE6-A4A5-C48FFDAA8FA4}" destId="{E5FF14FA-E927-488B-B969-D1B60710A45C}" srcOrd="0" destOrd="0" presId="urn:microsoft.com/office/officeart/2005/8/layout/orgChart1"/>
    <dgm:cxn modelId="{2E69D617-D869-43A1-9783-B2666FED6D90}" type="presParOf" srcId="{BCB7EF09-39A4-4BE6-A4A5-C48FFDAA8FA4}" destId="{A065D7B8-7958-4243-8C2F-09617E79C64A}" srcOrd="1" destOrd="0" presId="urn:microsoft.com/office/officeart/2005/8/layout/orgChart1"/>
    <dgm:cxn modelId="{7DEF2DF1-1211-448C-85C8-FBF7185CE71B}" type="presParOf" srcId="{9014F860-46B5-4BF6-832E-D9DD0442DF01}" destId="{A7FE2AD1-61EE-425A-8657-EF4D6E8D6B0F}" srcOrd="1" destOrd="0" presId="urn:microsoft.com/office/officeart/2005/8/layout/orgChart1"/>
    <dgm:cxn modelId="{7854B447-CDB9-43F1-B3E4-9B120AF73913}" type="presParOf" srcId="{9014F860-46B5-4BF6-832E-D9DD0442DF01}" destId="{738A740E-D514-45ED-B7CE-2D18DD6B9AB0}" srcOrd="2" destOrd="0" presId="urn:microsoft.com/office/officeart/2005/8/layout/orgChart1"/>
    <dgm:cxn modelId="{4C2ACCDF-61D2-4202-9314-55E4B6ACED74}" type="presParOf" srcId="{7672CB6A-6528-4871-B1C8-5ECF24A5E1B0}" destId="{1F847796-6F0F-43D3-9CAF-2C82C1390AE0}" srcOrd="4" destOrd="0" presId="urn:microsoft.com/office/officeart/2005/8/layout/orgChart1"/>
    <dgm:cxn modelId="{E40A4199-1ACB-4D55-9ACF-857D8C6090AC}" type="presParOf" srcId="{7672CB6A-6528-4871-B1C8-5ECF24A5E1B0}" destId="{87D745E3-3D5C-406E-8E01-CE6CAE1497E5}" srcOrd="5" destOrd="0" presId="urn:microsoft.com/office/officeart/2005/8/layout/orgChart1"/>
    <dgm:cxn modelId="{8120B107-A884-49E0-AFD6-E96039059CD1}" type="presParOf" srcId="{87D745E3-3D5C-406E-8E01-CE6CAE1497E5}" destId="{E19628FD-8C28-45D8-B144-3267630A1F28}" srcOrd="0" destOrd="0" presId="urn:microsoft.com/office/officeart/2005/8/layout/orgChart1"/>
    <dgm:cxn modelId="{BC0CF523-A32F-4C0E-9EE6-FF658E94D7F2}" type="presParOf" srcId="{E19628FD-8C28-45D8-B144-3267630A1F28}" destId="{6BED329F-B490-4ACC-8FCE-407D103A8D6E}" srcOrd="0" destOrd="0" presId="urn:microsoft.com/office/officeart/2005/8/layout/orgChart1"/>
    <dgm:cxn modelId="{B793CA5A-739A-4433-BE63-3C1DD24E3B4B}" type="presParOf" srcId="{E19628FD-8C28-45D8-B144-3267630A1F28}" destId="{0447B5DB-4C4C-45A3-B138-C9251990377C}" srcOrd="1" destOrd="0" presId="urn:microsoft.com/office/officeart/2005/8/layout/orgChart1"/>
    <dgm:cxn modelId="{0A33C176-9F96-4612-90AC-609C259A5186}" type="presParOf" srcId="{87D745E3-3D5C-406E-8E01-CE6CAE1497E5}" destId="{B5E81D16-F470-450B-9D7D-068A8AB0E4C7}" srcOrd="1" destOrd="0" presId="urn:microsoft.com/office/officeart/2005/8/layout/orgChart1"/>
    <dgm:cxn modelId="{19491267-C17A-4133-972D-F854092E45E1}" type="presParOf" srcId="{87D745E3-3D5C-406E-8E01-CE6CAE1497E5}" destId="{CDA1C213-5B8C-4B42-B0DF-287F70541E8E}" srcOrd="2" destOrd="0" presId="urn:microsoft.com/office/officeart/2005/8/layout/orgChart1"/>
    <dgm:cxn modelId="{765845F6-D6E4-451C-B017-48B0B81434C6}" type="presParOf" srcId="{944B56F1-9510-4CA5-ADAE-C32499A73F3C}" destId="{872420F5-1DAC-4563-9316-E71FBC6E871D}" srcOrd="2" destOrd="0" presId="urn:microsoft.com/office/officeart/2005/8/layout/orgChart1"/>
  </dgm:cxnLst>
  <dgm:bg>
    <a:effectLst>
      <a:outerShdw blurRad="76200" dist="12700" dir="8100000" sy="-23000" kx="800400" algn="br" rotWithShape="0">
        <a:prstClr val="black">
          <a:alpha val="2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664FF-E21D-4BB5-BECD-947D01F18A9B}">
      <dsp:nvSpPr>
        <dsp:cNvPr id="0" name=""/>
        <dsp:cNvSpPr/>
      </dsp:nvSpPr>
      <dsp:spPr>
        <a:xfrm rot="5400000">
          <a:off x="2884230" y="-1300507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Detectable via Cyclostationary analysis — spreading codes are periodic &amp; predictable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47641"/>
        <a:ext cx="2927394" cy="244313"/>
      </dsp:txXfrm>
    </dsp:sp>
    <dsp:sp modelId="{D7037C57-9FAF-43E4-965E-DD2D4675B513}">
      <dsp:nvSpPr>
        <dsp:cNvPr id="0" name=""/>
        <dsp:cNvSpPr/>
      </dsp:nvSpPr>
      <dsp:spPr>
        <a:xfrm>
          <a:off x="104795" y="581"/>
          <a:ext cx="1444503" cy="338434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DSSS / FHSS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17102"/>
        <a:ext cx="1411461" cy="305392"/>
      </dsp:txXfrm>
    </dsp:sp>
    <dsp:sp modelId="{CA7D113B-E84F-4B58-A734-3733E9504DBD}">
      <dsp:nvSpPr>
        <dsp:cNvPr id="0" name=""/>
        <dsp:cNvSpPr/>
      </dsp:nvSpPr>
      <dsp:spPr>
        <a:xfrm rot="5400000">
          <a:off x="2884230" y="-945150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Ultra-wide bandwidth required; timing pulse structures still expose statistical fingerprints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402998"/>
        <a:ext cx="2927394" cy="244313"/>
      </dsp:txXfrm>
    </dsp:sp>
    <dsp:sp modelId="{6C7B21BC-07D2-4B14-A6BD-19E14312F9DD}">
      <dsp:nvSpPr>
        <dsp:cNvPr id="0" name=""/>
        <dsp:cNvSpPr/>
      </dsp:nvSpPr>
      <dsp:spPr>
        <a:xfrm>
          <a:off x="104795" y="355937"/>
          <a:ext cx="1444503" cy="338434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UWB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372458"/>
        <a:ext cx="1411461" cy="305392"/>
      </dsp:txXfrm>
    </dsp:sp>
    <dsp:sp modelId="{131C95E1-1AC2-47EC-A5D8-9635D22F2B0A}">
      <dsp:nvSpPr>
        <dsp:cNvPr id="0" name=""/>
        <dsp:cNvSpPr/>
      </dsp:nvSpPr>
      <dsp:spPr>
        <a:xfrm rot="5400000">
          <a:off x="2884230" y="-589793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SDR-validated but does NOT target noise-indistinguishability — Optimizes BER only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758355"/>
        <a:ext cx="2927394" cy="244313"/>
      </dsp:txXfrm>
    </dsp:sp>
    <dsp:sp modelId="{0474AECE-11F7-4B11-B2DE-5A27B88382FC}">
      <dsp:nvSpPr>
        <dsp:cNvPr id="0" name=""/>
        <dsp:cNvSpPr/>
      </dsp:nvSpPr>
      <dsp:spPr>
        <a:xfrm>
          <a:off x="104795" y="711294"/>
          <a:ext cx="1444503" cy="338434"/>
        </a:xfrm>
        <a:prstGeom prst="roundRect">
          <a:avLst/>
        </a:prstGeom>
        <a:solidFill>
          <a:schemeClr val="bg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Autoencoder AE [Dorner'18]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727815"/>
        <a:ext cx="1411461" cy="305392"/>
      </dsp:txXfrm>
    </dsp:sp>
    <dsp:sp modelId="{3172FB50-9104-4F2B-A098-A5767E1E1548}">
      <dsp:nvSpPr>
        <dsp:cNvPr id="0" name=""/>
        <dsp:cNvSpPr/>
      </dsp:nvSpPr>
      <dsp:spPr>
        <a:xfrm rot="5400000">
          <a:off x="2884230" y="-234437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36 dB jamming resistance; simulation only; no stealth metric defined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1113711"/>
        <a:ext cx="2927394" cy="244313"/>
      </dsp:txXfrm>
    </dsp:sp>
    <dsp:sp modelId="{A3A69F20-329A-452B-9444-5E6537AF71C7}">
      <dsp:nvSpPr>
        <dsp:cNvPr id="0" name=""/>
        <dsp:cNvSpPr/>
      </dsp:nvSpPr>
      <dsp:spPr>
        <a:xfrm>
          <a:off x="104795" y="1066651"/>
          <a:ext cx="1444503" cy="338434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AE+Interference Filter [Erpek]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1083172"/>
        <a:ext cx="1411461" cy="305392"/>
      </dsp:txXfrm>
    </dsp:sp>
    <dsp:sp modelId="{576FD603-EE8F-41B6-B3CD-84C6EB17AAAB}">
      <dsp:nvSpPr>
        <dsp:cNvPr id="0" name=""/>
        <dsp:cNvSpPr/>
      </dsp:nvSpPr>
      <dsp:spPr>
        <a:xfrm rot="5400000">
          <a:off x="2884230" y="120919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Theoretical power Optimization; NO OTA hardware validation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1469068"/>
        <a:ext cx="2927394" cy="244313"/>
      </dsp:txXfrm>
    </dsp:sp>
    <dsp:sp modelId="{ED210FA5-3074-4576-8484-F010BE0A00EC}">
      <dsp:nvSpPr>
        <dsp:cNvPr id="0" name=""/>
        <dsp:cNvSpPr/>
      </dsp:nvSpPr>
      <dsp:spPr>
        <a:xfrm>
          <a:off x="104795" y="1422008"/>
          <a:ext cx="1444503" cy="338434"/>
        </a:xfrm>
        <a:prstGeom prst="roundRect">
          <a:avLst/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GAN covert [Li'25]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1438529"/>
        <a:ext cx="1411461" cy="305392"/>
      </dsp:txXfrm>
    </dsp:sp>
    <dsp:sp modelId="{2808D816-A306-48EC-8227-CE5AD7CC1114}">
      <dsp:nvSpPr>
        <dsp:cNvPr id="0" name=""/>
        <dsp:cNvSpPr/>
      </dsp:nvSpPr>
      <dsp:spPr>
        <a:xfrm rot="5400000">
          <a:off x="2884230" y="476276"/>
          <a:ext cx="270747" cy="294061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Phase Randomization; simulation-only; no adversarial CNN training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549299" y="1824425"/>
        <a:ext cx="2927394" cy="244313"/>
      </dsp:txXfrm>
    </dsp:sp>
    <dsp:sp modelId="{74F2995D-71F7-49FF-BF01-B187110B94FD}">
      <dsp:nvSpPr>
        <dsp:cNvPr id="0" name=""/>
        <dsp:cNvSpPr/>
      </dsp:nvSpPr>
      <dsp:spPr>
        <a:xfrm>
          <a:off x="104795" y="1777364"/>
          <a:ext cx="1444503" cy="3384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NRPCS [Wang'25]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316" y="1793885"/>
        <a:ext cx="1411461" cy="305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CDFE1-819A-43CE-8054-BD05BDF69DC9}">
      <dsp:nvSpPr>
        <dsp:cNvPr id="0" name=""/>
        <dsp:cNvSpPr/>
      </dsp:nvSpPr>
      <dsp:spPr>
        <a:xfrm>
          <a:off x="759076" y="0"/>
          <a:ext cx="937046" cy="93716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Gan-based Noise-level Waveform Synthesis</a:t>
          </a:r>
          <a:endParaRPr lang="en-IN" sz="700" b="1" kern="1200" dirty="0"/>
        </a:p>
      </dsp:txBody>
      <dsp:txXfrm>
        <a:off x="896303" y="137244"/>
        <a:ext cx="662592" cy="662673"/>
      </dsp:txXfrm>
    </dsp:sp>
    <dsp:sp modelId="{E6DE246D-8AE4-49F4-8DD6-EFA2B82A7BB2}">
      <dsp:nvSpPr>
        <dsp:cNvPr id="0" name=""/>
        <dsp:cNvSpPr/>
      </dsp:nvSpPr>
      <dsp:spPr>
        <a:xfrm>
          <a:off x="1241183" y="625034"/>
          <a:ext cx="937046" cy="937161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Multi-domain EW Statistical Resistance</a:t>
          </a:r>
          <a:endParaRPr lang="en-US" sz="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410" y="762278"/>
        <a:ext cx="662592" cy="662673"/>
      </dsp:txXfrm>
    </dsp:sp>
    <dsp:sp modelId="{5764F2B6-9A3E-4C62-A2E8-76ECB6B4E7EA}">
      <dsp:nvSpPr>
        <dsp:cNvPr id="0" name=""/>
        <dsp:cNvSpPr/>
      </dsp:nvSpPr>
      <dsp:spPr>
        <a:xfrm>
          <a:off x="1723052" y="0"/>
          <a:ext cx="937046" cy="937161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 Hardware Over-the-air Validation</a:t>
          </a:r>
          <a:endParaRPr lang="en-US" sz="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60279" y="137244"/>
        <a:ext cx="662592" cy="662673"/>
      </dsp:txXfrm>
    </dsp:sp>
    <dsp:sp modelId="{AAAB5FEF-64E0-48DE-9D50-A05B41AF6A81}">
      <dsp:nvSpPr>
        <dsp:cNvPr id="0" name=""/>
        <dsp:cNvSpPr/>
      </dsp:nvSpPr>
      <dsp:spPr>
        <a:xfrm>
          <a:off x="2205159" y="625034"/>
          <a:ext cx="937046" cy="93716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Few-shot Adversarial Detection Analysis</a:t>
          </a:r>
          <a:endParaRPr lang="en-US" sz="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42386" y="762278"/>
        <a:ext cx="662592" cy="6626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A6F9F-C1B3-469F-8A0E-45458AB23ED1}">
      <dsp:nvSpPr>
        <dsp:cNvPr id="0" name=""/>
        <dsp:cNvSpPr/>
      </dsp:nvSpPr>
      <dsp:spPr>
        <a:xfrm>
          <a:off x="5467501" y="419303"/>
          <a:ext cx="1110749" cy="11109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181461-601D-4EC3-88D9-4BACBEC9E184}">
      <dsp:nvSpPr>
        <dsp:cNvPr id="0" name=""/>
        <dsp:cNvSpPr/>
      </dsp:nvSpPr>
      <dsp:spPr>
        <a:xfrm>
          <a:off x="5504152" y="456341"/>
          <a:ext cx="1036857" cy="103685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Validates On Real SDR Hardware</a:t>
          </a:r>
          <a:endParaRPr lang="en-IN" sz="800" b="1" kern="1200" dirty="0"/>
        </a:p>
      </dsp:txBody>
      <dsp:txXfrm>
        <a:off x="5652527" y="604491"/>
        <a:ext cx="740696" cy="740555"/>
      </dsp:txXfrm>
    </dsp:sp>
    <dsp:sp modelId="{CFAD37F4-9560-4107-B5F8-F741224EF5EC}">
      <dsp:nvSpPr>
        <dsp:cNvPr id="0" name=""/>
        <dsp:cNvSpPr/>
      </dsp:nvSpPr>
      <dsp:spPr>
        <a:xfrm rot="2700000">
          <a:off x="4318983" y="419361"/>
          <a:ext cx="1110620" cy="1110620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49F5AA-841C-4F8A-BB93-1D3D13EBCFE9}">
      <dsp:nvSpPr>
        <dsp:cNvPr id="0" name=""/>
        <dsp:cNvSpPr/>
      </dsp:nvSpPr>
      <dsp:spPr>
        <a:xfrm>
          <a:off x="4356752" y="456341"/>
          <a:ext cx="1036857" cy="103685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Achieves Zero BER Under Realistic RF Impairments</a:t>
          </a:r>
          <a:endParaRPr lang="en-IN" sz="800" b="1" kern="1200" dirty="0"/>
        </a:p>
      </dsp:txBody>
      <dsp:txXfrm>
        <a:off x="4504536" y="604491"/>
        <a:ext cx="740696" cy="740555"/>
      </dsp:txXfrm>
    </dsp:sp>
    <dsp:sp modelId="{DA42B53F-5B03-4F57-92C8-AE35D2A56EBB}">
      <dsp:nvSpPr>
        <dsp:cNvPr id="0" name=""/>
        <dsp:cNvSpPr/>
      </dsp:nvSpPr>
      <dsp:spPr>
        <a:xfrm rot="2700000">
          <a:off x="3171583" y="419361"/>
          <a:ext cx="1110620" cy="1110620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BF8468-9F0F-4B3B-8156-5966C8A9044B}">
      <dsp:nvSpPr>
        <dsp:cNvPr id="0" name=""/>
        <dsp:cNvSpPr/>
      </dsp:nvSpPr>
      <dsp:spPr>
        <a:xfrm>
          <a:off x="3208760" y="456341"/>
          <a:ext cx="1036857" cy="103685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Resists </a:t>
          </a:r>
          <a:r>
            <a:rPr lang="en-US" sz="800" b="1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Ml</a:t>
          </a: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-based RF Detectors </a:t>
          </a:r>
          <a:endParaRPr lang="en-IN" sz="800" b="1" kern="1200" dirty="0"/>
        </a:p>
      </dsp:txBody>
      <dsp:txXfrm>
        <a:off x="3356545" y="604491"/>
        <a:ext cx="740696" cy="740555"/>
      </dsp:txXfrm>
    </dsp:sp>
    <dsp:sp modelId="{BBF3BFDE-4DBD-4BAE-95CD-7A72DC8A1730}">
      <dsp:nvSpPr>
        <dsp:cNvPr id="0" name=""/>
        <dsp:cNvSpPr/>
      </dsp:nvSpPr>
      <dsp:spPr>
        <a:xfrm rot="2700000">
          <a:off x="2023592" y="419361"/>
          <a:ext cx="1110620" cy="1110620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DAB6B7-7B01-4B02-A148-A886B7A0DDF4}">
      <dsp:nvSpPr>
        <dsp:cNvPr id="0" name=""/>
        <dsp:cNvSpPr/>
      </dsp:nvSpPr>
      <dsp:spPr>
        <a:xfrm>
          <a:off x="2060769" y="456341"/>
          <a:ext cx="1036857" cy="103685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Is Statistically Indistinguishable From AWGN</a:t>
          </a:r>
          <a:endParaRPr lang="en-IN" sz="800" b="1" kern="1200" dirty="0"/>
        </a:p>
      </dsp:txBody>
      <dsp:txXfrm>
        <a:off x="2209145" y="604491"/>
        <a:ext cx="740696" cy="740555"/>
      </dsp:txXfrm>
    </dsp:sp>
    <dsp:sp modelId="{739FF778-938B-427B-8C9E-7AF75A1D189E}">
      <dsp:nvSpPr>
        <dsp:cNvPr id="0" name=""/>
        <dsp:cNvSpPr/>
      </dsp:nvSpPr>
      <dsp:spPr>
        <a:xfrm rot="2700000">
          <a:off x="801309" y="419361"/>
          <a:ext cx="1110620" cy="1110620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E92F13-9BCA-4D33-94C4-9FCFCA4661A0}">
      <dsp:nvSpPr>
        <dsp:cNvPr id="0" name=""/>
        <dsp:cNvSpPr/>
      </dsp:nvSpPr>
      <dsp:spPr>
        <a:xfrm>
          <a:off x="838436" y="456341"/>
          <a:ext cx="1036857" cy="103685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Carries AES-encrypted Information</a:t>
          </a:r>
          <a:endParaRPr lang="en-IN" sz="800" b="1" kern="1200" dirty="0"/>
        </a:p>
      </dsp:txBody>
      <dsp:txXfrm>
        <a:off x="986811" y="604491"/>
        <a:ext cx="740696" cy="740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40408-C559-45B5-B53B-15358EB632A1}">
      <dsp:nvSpPr>
        <dsp:cNvPr id="0" name=""/>
        <dsp:cNvSpPr/>
      </dsp:nvSpPr>
      <dsp:spPr>
        <a:xfrm>
          <a:off x="0" y="409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Noise Modelling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40971"/>
        <a:ext cx="1104326" cy="376200"/>
      </dsp:txXfrm>
    </dsp:sp>
    <dsp:sp modelId="{DD704272-B595-4B41-A2BA-07CBED1F7C42}">
      <dsp:nvSpPr>
        <dsp:cNvPr id="0" name=""/>
        <dsp:cNvSpPr/>
      </dsp:nvSpPr>
      <dsp:spPr>
        <a:xfrm>
          <a:off x="1104325" y="409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CA21C6-1394-4DF4-9511-393EC5644DC8}">
      <dsp:nvSpPr>
        <dsp:cNvPr id="0" name=""/>
        <dsp:cNvSpPr/>
      </dsp:nvSpPr>
      <dsp:spPr>
        <a:xfrm>
          <a:off x="1413537" y="409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Train GAN models to replicate AWGN / </a:t>
          </a:r>
          <a:r>
            <a:rPr lang="en-US" sz="900" kern="1200" dirty="0" err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Coloured</a:t>
          </a: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 noise statistically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40971"/>
        <a:ext cx="3003766" cy="376200"/>
      </dsp:txXfrm>
    </dsp:sp>
    <dsp:sp modelId="{68E74926-2CA7-4D88-BE2D-557F6CE43475}">
      <dsp:nvSpPr>
        <dsp:cNvPr id="0" name=""/>
        <dsp:cNvSpPr/>
      </dsp:nvSpPr>
      <dsp:spPr>
        <a:xfrm>
          <a:off x="0" y="4855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Encrypted Embedding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485571"/>
        <a:ext cx="1104326" cy="376200"/>
      </dsp:txXfrm>
    </dsp:sp>
    <dsp:sp modelId="{6A2D0D8E-2BE6-4993-90FC-D6622A429B6F}">
      <dsp:nvSpPr>
        <dsp:cNvPr id="0" name=""/>
        <dsp:cNvSpPr/>
      </dsp:nvSpPr>
      <dsp:spPr>
        <a:xfrm>
          <a:off x="1104325" y="4855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0951AC-4FED-415A-929C-CC31CA768E58}">
      <dsp:nvSpPr>
        <dsp:cNvPr id="0" name=""/>
        <dsp:cNvSpPr/>
      </dsp:nvSpPr>
      <dsp:spPr>
        <a:xfrm>
          <a:off x="1413537" y="4855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AES-128-CTR + Reed-Solomon ECC for secure, error-resilient payload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485571"/>
        <a:ext cx="3003766" cy="376200"/>
      </dsp:txXfrm>
    </dsp:sp>
    <dsp:sp modelId="{8B1337F8-39BA-406A-AE79-C4C8E59A5AB6}">
      <dsp:nvSpPr>
        <dsp:cNvPr id="0" name=""/>
        <dsp:cNvSpPr/>
      </dsp:nvSpPr>
      <dsp:spPr>
        <a:xfrm>
          <a:off x="0" y="9301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Detection Avoidance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930171"/>
        <a:ext cx="1104326" cy="376200"/>
      </dsp:txXfrm>
    </dsp:sp>
    <dsp:sp modelId="{74AFA6A5-CA51-43A8-BA3F-87A43D938D1C}">
      <dsp:nvSpPr>
        <dsp:cNvPr id="0" name=""/>
        <dsp:cNvSpPr/>
      </dsp:nvSpPr>
      <dsp:spPr>
        <a:xfrm>
          <a:off x="1104325" y="9301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724228-EDC8-4B37-9214-BCCCC1BD6949}">
      <dsp:nvSpPr>
        <dsp:cNvPr id="0" name=""/>
        <dsp:cNvSpPr/>
      </dsp:nvSpPr>
      <dsp:spPr>
        <a:xfrm>
          <a:off x="1413537" y="9301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Adversarial training with 9-component loss; &lt; 60% CNN detection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930171"/>
        <a:ext cx="3003766" cy="376200"/>
      </dsp:txXfrm>
    </dsp:sp>
    <dsp:sp modelId="{A73B2561-238F-43AD-B763-0CD994012DFC}">
      <dsp:nvSpPr>
        <dsp:cNvPr id="0" name=""/>
        <dsp:cNvSpPr/>
      </dsp:nvSpPr>
      <dsp:spPr>
        <a:xfrm>
          <a:off x="0" y="13747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SDR Export &amp; Framing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374771"/>
        <a:ext cx="1104326" cy="376200"/>
      </dsp:txXfrm>
    </dsp:sp>
    <dsp:sp modelId="{A6D5D6AD-712C-4654-B72C-B82AA687CD11}">
      <dsp:nvSpPr>
        <dsp:cNvPr id="0" name=""/>
        <dsp:cNvSpPr/>
      </dsp:nvSpPr>
      <dsp:spPr>
        <a:xfrm>
          <a:off x="1104325" y="13747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EEF81-0C55-459E-A2AE-2B826ADC3A10}">
      <dsp:nvSpPr>
        <dsp:cNvPr id="0" name=""/>
        <dsp:cNvSpPr/>
      </dsp:nvSpPr>
      <dsp:spPr>
        <a:xfrm>
          <a:off x="1413537" y="13747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Complex64 IQ files compatible with </a:t>
          </a:r>
          <a:r>
            <a:rPr lang="en-US" sz="900" kern="1200" dirty="0" err="1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BladeRF</a:t>
          </a: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 + GNU Radio Companion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1374771"/>
        <a:ext cx="3003766" cy="376200"/>
      </dsp:txXfrm>
    </dsp:sp>
    <dsp:sp modelId="{F434D892-5C1B-45A8-90DB-D91939A11DC6}">
      <dsp:nvSpPr>
        <dsp:cNvPr id="0" name=""/>
        <dsp:cNvSpPr/>
      </dsp:nvSpPr>
      <dsp:spPr>
        <a:xfrm>
          <a:off x="0" y="18193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E2E Comms Pipeline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819371"/>
        <a:ext cx="1104326" cy="376200"/>
      </dsp:txXfrm>
    </dsp:sp>
    <dsp:sp modelId="{4343C5FE-6AF4-4DF1-A6A0-5B37D7F148FB}">
      <dsp:nvSpPr>
        <dsp:cNvPr id="0" name=""/>
        <dsp:cNvSpPr/>
      </dsp:nvSpPr>
      <dsp:spPr>
        <a:xfrm>
          <a:off x="1104325" y="18193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9D12A1-58FE-4C36-80B4-DAB80DF40E81}">
      <dsp:nvSpPr>
        <dsp:cNvPr id="0" name=""/>
        <dsp:cNvSpPr/>
      </dsp:nvSpPr>
      <dsp:spPr>
        <a:xfrm>
          <a:off x="1413537" y="18193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Full TX → Channel → RX loopback with OTA hardware validation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1819371"/>
        <a:ext cx="3003766" cy="376200"/>
      </dsp:txXfrm>
    </dsp:sp>
    <dsp:sp modelId="{7699EDFD-289F-4AC9-9EF0-555D28E1D80D}">
      <dsp:nvSpPr>
        <dsp:cNvPr id="0" name=""/>
        <dsp:cNvSpPr/>
      </dsp:nvSpPr>
      <dsp:spPr>
        <a:xfrm>
          <a:off x="0" y="22639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Robust Communication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263971"/>
        <a:ext cx="1104326" cy="376200"/>
      </dsp:txXfrm>
    </dsp:sp>
    <dsp:sp modelId="{A2C8EA86-1FD7-4D95-B52F-0F205CAC9801}">
      <dsp:nvSpPr>
        <dsp:cNvPr id="0" name=""/>
        <dsp:cNvSpPr/>
      </dsp:nvSpPr>
      <dsp:spPr>
        <a:xfrm>
          <a:off x="1104325" y="22639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566B4-E7EE-459A-B5A2-7D4305798158}">
      <dsp:nvSpPr>
        <dsp:cNvPr id="0" name=""/>
        <dsp:cNvSpPr/>
      </dsp:nvSpPr>
      <dsp:spPr>
        <a:xfrm>
          <a:off x="1413537" y="22639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Zero BER from –10 to +10 dB SNR under 5 simultaneous RF impairments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2263971"/>
        <a:ext cx="3003766" cy="376200"/>
      </dsp:txXfrm>
    </dsp:sp>
    <dsp:sp modelId="{B7859641-81FF-48DB-B75A-36C6BB3B8690}">
      <dsp:nvSpPr>
        <dsp:cNvPr id="0" name=""/>
        <dsp:cNvSpPr/>
      </dsp:nvSpPr>
      <dsp:spPr>
        <a:xfrm>
          <a:off x="0" y="2708571"/>
          <a:ext cx="1104326" cy="3762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22860" rIns="64008" bIns="2286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sng" kern="120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Adversarial Testing</a:t>
          </a:r>
          <a:endParaRPr lang="en-IN" sz="900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708571"/>
        <a:ext cx="1104326" cy="376200"/>
      </dsp:txXfrm>
    </dsp:sp>
    <dsp:sp modelId="{E9F78797-9CF9-4F6B-AA52-2D6D04C82D4F}">
      <dsp:nvSpPr>
        <dsp:cNvPr id="0" name=""/>
        <dsp:cNvSpPr/>
      </dsp:nvSpPr>
      <dsp:spPr>
        <a:xfrm>
          <a:off x="1104325" y="2708571"/>
          <a:ext cx="220865" cy="3762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54388-2AE7-41E5-963D-6C890249EF6C}">
      <dsp:nvSpPr>
        <dsp:cNvPr id="0" name=""/>
        <dsp:cNvSpPr/>
      </dsp:nvSpPr>
      <dsp:spPr>
        <a:xfrm>
          <a:off x="1413537" y="2708571"/>
          <a:ext cx="3003766" cy="376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rPr>
            <a:t>8-domain EW evaluation + few-shot resistance across n = 10 to 2000</a:t>
          </a:r>
          <a:endParaRPr lang="en-IN" sz="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3537" y="2708571"/>
        <a:ext cx="3003766" cy="376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6EC66-CD5B-4D58-9A82-8D8183CD368A}">
      <dsp:nvSpPr>
        <dsp:cNvPr id="0" name=""/>
        <dsp:cNvSpPr/>
      </dsp:nvSpPr>
      <dsp:spPr>
        <a:xfrm>
          <a:off x="0" y="0"/>
          <a:ext cx="2868460" cy="325694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 dirty="0">
              <a:latin typeface="Arial" panose="020B0604020202020204" pitchFamily="34" charset="0"/>
              <a:cs typeface="Arial" panose="020B0604020202020204" pitchFamily="34" charset="0"/>
            </a:rPr>
            <a:t>Project Objective </a:t>
          </a:r>
        </a:p>
      </dsp:txBody>
      <dsp:txXfrm>
        <a:off x="15899" y="15899"/>
        <a:ext cx="2836662" cy="293896"/>
      </dsp:txXfrm>
    </dsp:sp>
    <dsp:sp modelId="{23B6BE00-536D-4B6B-8BBD-F11A8A2A7C8C}">
      <dsp:nvSpPr>
        <dsp:cNvPr id="0" name=""/>
        <dsp:cNvSpPr/>
      </dsp:nvSpPr>
      <dsp:spPr>
        <a:xfrm>
          <a:off x="0" y="348038"/>
          <a:ext cx="2868460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4" tIns="10160" rIns="56896" bIns="1016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 dirty="0"/>
            <a:t> Generate noise-like communication waveforms using deep </a:t>
          </a:r>
          <a:r>
            <a:rPr lang="en-IN" sz="800" kern="1200" dirty="0"/>
            <a:t>learning.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800" kern="1200" dirty="0"/>
            <a:t> Preserve encrypted payload recoverability.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 dirty="0"/>
            <a:t> Reduce detectability against statistical and ML-based </a:t>
          </a:r>
          <a:r>
            <a:rPr lang="en-IN" sz="800" kern="1200" dirty="0"/>
            <a:t>detectors</a:t>
          </a:r>
        </a:p>
      </dsp:txBody>
      <dsp:txXfrm>
        <a:off x="0" y="348038"/>
        <a:ext cx="2868460" cy="712080"/>
      </dsp:txXfrm>
    </dsp:sp>
    <dsp:sp modelId="{8A9C875C-3A1E-43AD-8289-D9415B6216AB}">
      <dsp:nvSpPr>
        <dsp:cNvPr id="0" name=""/>
        <dsp:cNvSpPr/>
      </dsp:nvSpPr>
      <dsp:spPr>
        <a:xfrm>
          <a:off x="0" y="1060118"/>
          <a:ext cx="2868460" cy="284327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>
              <a:latin typeface="Arial" panose="020B0604020202020204" pitchFamily="34" charset="0"/>
              <a:cs typeface="Arial" panose="020B0604020202020204" pitchFamily="34" charset="0"/>
            </a:rPr>
            <a:t>Key Challenge</a:t>
          </a:r>
          <a:endParaRPr lang="en-IN" sz="800" b="1" u="sng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880" y="1073998"/>
        <a:ext cx="2840700" cy="256567"/>
      </dsp:txXfrm>
    </dsp:sp>
    <dsp:sp modelId="{64478A71-ED2E-4A54-91D4-8012525EC84B}">
      <dsp:nvSpPr>
        <dsp:cNvPr id="0" name=""/>
        <dsp:cNvSpPr/>
      </dsp:nvSpPr>
      <dsp:spPr>
        <a:xfrm>
          <a:off x="0" y="1344446"/>
          <a:ext cx="2868460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4" tIns="10160" rIns="56896" bIns="1016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 Designing signals that carry information while remaining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800" kern="1200" dirty="0"/>
            <a:t> Statistically similar to </a:t>
          </a:r>
          <a:r>
            <a:rPr lang="en-IN" sz="800" kern="1200"/>
            <a:t>noise.</a:t>
          </a:r>
          <a:endParaRPr lang="en-IN" sz="800" kern="1200" dirty="0"/>
        </a:p>
      </dsp:txBody>
      <dsp:txXfrm>
        <a:off x="0" y="1344446"/>
        <a:ext cx="2868460" cy="712080"/>
      </dsp:txXfrm>
    </dsp:sp>
    <dsp:sp modelId="{62F4C7EA-8405-4B88-8AC7-4D0457232847}">
      <dsp:nvSpPr>
        <dsp:cNvPr id="0" name=""/>
        <dsp:cNvSpPr/>
      </dsp:nvSpPr>
      <dsp:spPr>
        <a:xfrm>
          <a:off x="0" y="1967316"/>
          <a:ext cx="2868460" cy="342333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>
              <a:latin typeface="Arial" panose="020B0604020202020204" pitchFamily="34" charset="0"/>
              <a:cs typeface="Arial" panose="020B0604020202020204" pitchFamily="34" charset="0"/>
            </a:rPr>
            <a:t>Conflicting Requirements</a:t>
          </a:r>
        </a:p>
      </dsp:txBody>
      <dsp:txXfrm>
        <a:off x="16711" y="1984027"/>
        <a:ext cx="2835038" cy="308911"/>
      </dsp:txXfrm>
    </dsp:sp>
    <dsp:sp modelId="{4AE7AE8E-6698-4438-A12D-DEECC9E7A0BC}">
      <dsp:nvSpPr>
        <dsp:cNvPr id="0" name=""/>
        <dsp:cNvSpPr/>
      </dsp:nvSpPr>
      <dsp:spPr>
        <a:xfrm>
          <a:off x="0" y="2398859"/>
          <a:ext cx="2868460" cy="487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074" tIns="10160" rIns="56896" bIns="1016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800" kern="1200" dirty="0"/>
            <a:t> Reliable payload transmission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800" kern="1200" dirty="0"/>
            <a:t> Minimal detectability</a:t>
          </a:r>
        </a:p>
      </dsp:txBody>
      <dsp:txXfrm>
        <a:off x="0" y="2398859"/>
        <a:ext cx="2868460" cy="4873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8B11F-D86B-4999-B99C-935E3DEB2131}">
      <dsp:nvSpPr>
        <dsp:cNvPr id="0" name=""/>
        <dsp:cNvSpPr/>
      </dsp:nvSpPr>
      <dsp:spPr>
        <a:xfrm>
          <a:off x="0" y="181073"/>
          <a:ext cx="4655177" cy="29137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GAN-generated noise-like IQ waveform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81073"/>
        <a:ext cx="4655177" cy="291375"/>
      </dsp:txXfrm>
    </dsp:sp>
    <dsp:sp modelId="{7070A9AB-3967-47FB-BA18-0C3E3533B3D3}">
      <dsp:nvSpPr>
        <dsp:cNvPr id="0" name=""/>
        <dsp:cNvSpPr/>
      </dsp:nvSpPr>
      <dsp:spPr>
        <a:xfrm>
          <a:off x="232758" y="38874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LPI Waveform Engine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49418"/>
        <a:ext cx="3237535" cy="194911"/>
      </dsp:txXfrm>
    </dsp:sp>
    <dsp:sp modelId="{379B1C0D-14BC-4507-BB87-38DC65DA9B45}">
      <dsp:nvSpPr>
        <dsp:cNvPr id="0" name=""/>
        <dsp:cNvSpPr/>
      </dsp:nvSpPr>
      <dsp:spPr>
        <a:xfrm>
          <a:off x="0" y="641647"/>
          <a:ext cx="4655177" cy="42525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AES-128-CTR + Reed-Solomon ECC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18-char message → 336-bit frame</a:t>
          </a:r>
          <a:endParaRPr lang="en-US" sz="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641647"/>
        <a:ext cx="4655177" cy="425250"/>
      </dsp:txXfrm>
    </dsp:sp>
    <dsp:sp modelId="{CD2FCC56-9B7E-49F4-807C-72C60E0D3CE7}">
      <dsp:nvSpPr>
        <dsp:cNvPr id="0" name=""/>
        <dsp:cNvSpPr/>
      </dsp:nvSpPr>
      <dsp:spPr>
        <a:xfrm>
          <a:off x="232758" y="499448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Secure Payload Transmission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509992"/>
        <a:ext cx="3237535" cy="194911"/>
      </dsp:txXfrm>
    </dsp:sp>
    <dsp:sp modelId="{570E44F3-8387-48C8-8311-D29A9EA47853}">
      <dsp:nvSpPr>
        <dsp:cNvPr id="0" name=""/>
        <dsp:cNvSpPr/>
      </dsp:nvSpPr>
      <dsp:spPr>
        <a:xfrm>
          <a:off x="0" y="1236097"/>
          <a:ext cx="4655177" cy="29137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5 simultaneous channel impairments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236097"/>
        <a:ext cx="4655177" cy="291375"/>
      </dsp:txXfrm>
    </dsp:sp>
    <dsp:sp modelId="{A400A255-31A6-4951-8C1F-D36DBD64024E}">
      <dsp:nvSpPr>
        <dsp:cNvPr id="0" name=""/>
        <dsp:cNvSpPr/>
      </dsp:nvSpPr>
      <dsp:spPr>
        <a:xfrm>
          <a:off x="232758" y="1093897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RF-Robust Framework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1104441"/>
        <a:ext cx="3237535" cy="194911"/>
      </dsp:txXfrm>
    </dsp:sp>
    <dsp:sp modelId="{43FAB000-FE77-4EBF-8EB2-2681BD8495D6}">
      <dsp:nvSpPr>
        <dsp:cNvPr id="0" name=""/>
        <dsp:cNvSpPr/>
      </dsp:nvSpPr>
      <dsp:spPr>
        <a:xfrm>
          <a:off x="0" y="1696671"/>
          <a:ext cx="4655177" cy="42525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CNN detection: 58.2% ≈ random guessing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Adversarial D1 accuracy: 49–50%</a:t>
          </a:r>
          <a:endParaRPr lang="en-US" sz="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696671"/>
        <a:ext cx="4655177" cy="425250"/>
      </dsp:txXfrm>
    </dsp:sp>
    <dsp:sp modelId="{51823CB3-B8A4-433A-B797-075BA2162FD3}">
      <dsp:nvSpPr>
        <dsp:cNvPr id="0" name=""/>
        <dsp:cNvSpPr/>
      </dsp:nvSpPr>
      <dsp:spPr>
        <a:xfrm>
          <a:off x="232758" y="1554472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ML-Resistant Signal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1565016"/>
        <a:ext cx="3237535" cy="194911"/>
      </dsp:txXfrm>
    </dsp:sp>
    <dsp:sp modelId="{FD803CD2-DDAE-40E7-B5D4-524622C850FF}">
      <dsp:nvSpPr>
        <dsp:cNvPr id="0" name=""/>
        <dsp:cNvSpPr/>
      </dsp:nvSpPr>
      <dsp:spPr>
        <a:xfrm>
          <a:off x="0" y="2291120"/>
          <a:ext cx="4655177" cy="29137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8-domain detection test suite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291120"/>
        <a:ext cx="4655177" cy="291375"/>
      </dsp:txXfrm>
    </dsp:sp>
    <dsp:sp modelId="{E954952A-5035-4E37-B866-C6C6F1100CE6}">
      <dsp:nvSpPr>
        <dsp:cNvPr id="0" name=""/>
        <dsp:cNvSpPr/>
      </dsp:nvSpPr>
      <dsp:spPr>
        <a:xfrm>
          <a:off x="232758" y="2148921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EW Evaluation Framework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2159465"/>
        <a:ext cx="3237535" cy="194911"/>
      </dsp:txXfrm>
    </dsp:sp>
    <dsp:sp modelId="{983C5B71-501B-4DD0-A841-EFF8D051BDAC}">
      <dsp:nvSpPr>
        <dsp:cNvPr id="0" name=""/>
        <dsp:cNvSpPr/>
      </dsp:nvSpPr>
      <dsp:spPr>
        <a:xfrm>
          <a:off x="0" y="2751695"/>
          <a:ext cx="4655177" cy="291375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BladeRF Micro 2.0  ·  915 MHz  ·  2 MSPS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751695"/>
        <a:ext cx="4655177" cy="291375"/>
      </dsp:txXfrm>
    </dsp:sp>
    <dsp:sp modelId="{32C8C9BA-1DA5-46BB-84BF-00B29E03FF31}">
      <dsp:nvSpPr>
        <dsp:cNvPr id="0" name=""/>
        <dsp:cNvSpPr/>
      </dsp:nvSpPr>
      <dsp:spPr>
        <a:xfrm>
          <a:off x="232758" y="2609495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SDR Hardware Validation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2620039"/>
        <a:ext cx="3237535" cy="194911"/>
      </dsp:txXfrm>
    </dsp:sp>
    <dsp:sp modelId="{5D9525F7-A0B5-4C44-96A1-E0AD4D46DABB}">
      <dsp:nvSpPr>
        <dsp:cNvPr id="0" name=""/>
        <dsp:cNvSpPr/>
      </dsp:nvSpPr>
      <dsp:spPr>
        <a:xfrm>
          <a:off x="0" y="3212269"/>
          <a:ext cx="4655177" cy="42525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1293" tIns="104140" rIns="36129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3 active Defences: </a:t>
          </a:r>
          <a:endParaRPr lang="en-IN" sz="900" u="none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1" kern="1200">
              <a:latin typeface="Arial" panose="020B0604020202020204" pitchFamily="34" charset="0"/>
              <a:cs typeface="Arial" panose="020B0604020202020204" pitchFamily="34" charset="0"/>
            </a:rPr>
            <a:t>Dither · Diversity · D2</a:t>
          </a:r>
          <a:endParaRPr lang="en-US" sz="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12269"/>
        <a:ext cx="4655177" cy="425250"/>
      </dsp:txXfrm>
    </dsp:sp>
    <dsp:sp modelId="{A86E0AD7-E545-45D8-BBEA-62893D9F63AD}">
      <dsp:nvSpPr>
        <dsp:cNvPr id="0" name=""/>
        <dsp:cNvSpPr/>
      </dsp:nvSpPr>
      <dsp:spPr>
        <a:xfrm>
          <a:off x="232758" y="3070070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Anti-Fingerprinting Defences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3080614"/>
        <a:ext cx="3237535" cy="194911"/>
      </dsp:txXfrm>
    </dsp:sp>
    <dsp:sp modelId="{DD5DE085-E423-4765-B0A5-31509546B237}">
      <dsp:nvSpPr>
        <dsp:cNvPr id="0" name=""/>
        <dsp:cNvSpPr/>
      </dsp:nvSpPr>
      <dsp:spPr>
        <a:xfrm>
          <a:off x="0" y="3806718"/>
          <a:ext cx="4655177" cy="126000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635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F8DA2A6-D172-4D3B-BB06-09ED6DED60AB}">
      <dsp:nvSpPr>
        <dsp:cNvPr id="0" name=""/>
        <dsp:cNvSpPr/>
      </dsp:nvSpPr>
      <dsp:spPr>
        <a:xfrm>
          <a:off x="232758" y="3664519"/>
          <a:ext cx="3258623" cy="215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168" tIns="0" rIns="12316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u="none" kern="1200" dirty="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Prototype Covert </a:t>
          </a:r>
          <a:r>
            <a:rPr lang="en-US" sz="900" b="1" u="none" kern="1200" dirty="0" err="1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Comn</a:t>
          </a:r>
          <a:r>
            <a:rPr lang="en-US" sz="900" b="1" u="none" kern="1200" dirty="0">
              <a:solidFill>
                <a:schemeClr val="bg1"/>
              </a:solidFill>
              <a:latin typeface="Arial" panose="020B0604020202020204" pitchFamily="34" charset="0"/>
              <a:ea typeface="Trebuchet MS" pitchFamily="34" charset="-122"/>
              <a:cs typeface="Arial" panose="020B0604020202020204" pitchFamily="34" charset="0"/>
            </a:rPr>
            <a:t> Sys</a:t>
          </a:r>
          <a:endParaRPr lang="en-IN" sz="900" u="none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302" y="3675063"/>
        <a:ext cx="3237535" cy="1949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734D7-3A1B-42C8-AFFB-F7860FF8EADB}">
      <dsp:nvSpPr>
        <dsp:cNvPr id="0" name=""/>
        <dsp:cNvSpPr/>
      </dsp:nvSpPr>
      <dsp:spPr>
        <a:xfrm>
          <a:off x="1278127" y="0"/>
          <a:ext cx="1374198" cy="137433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A902EEC-5800-47DC-A08C-4E6598E7AE33}">
      <dsp:nvSpPr>
        <dsp:cNvPr id="0" name=""/>
        <dsp:cNvSpPr/>
      </dsp:nvSpPr>
      <dsp:spPr>
        <a:xfrm>
          <a:off x="1581528" y="497473"/>
          <a:ext cx="766880" cy="38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IETE Journal Paper</a:t>
          </a:r>
          <a:endParaRPr lang="en-IN" sz="800" kern="1200" dirty="0"/>
        </a:p>
      </dsp:txBody>
      <dsp:txXfrm>
        <a:off x="1581528" y="497473"/>
        <a:ext cx="766880" cy="383400"/>
      </dsp:txXfrm>
    </dsp:sp>
    <dsp:sp modelId="{2A2EE207-DED7-42D0-AAE0-2C7659544AB8}">
      <dsp:nvSpPr>
        <dsp:cNvPr id="0" name=""/>
        <dsp:cNvSpPr/>
      </dsp:nvSpPr>
      <dsp:spPr>
        <a:xfrm>
          <a:off x="896362" y="789761"/>
          <a:ext cx="1374198" cy="137433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28F789-474B-4B75-AB8D-7028587E4CF5}">
      <dsp:nvSpPr>
        <dsp:cNvPr id="0" name=""/>
        <dsp:cNvSpPr/>
      </dsp:nvSpPr>
      <dsp:spPr>
        <a:xfrm>
          <a:off x="1198217" y="1288693"/>
          <a:ext cx="766880" cy="38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Working Python Codebase</a:t>
          </a:r>
          <a:endParaRPr lang="en-IN" sz="800" kern="1200" dirty="0"/>
        </a:p>
      </dsp:txBody>
      <dsp:txXfrm>
        <a:off x="1198217" y="1288693"/>
        <a:ext cx="766880" cy="383400"/>
      </dsp:txXfrm>
    </dsp:sp>
    <dsp:sp modelId="{7654FDEA-26F8-4F7A-98EA-A68C8C12F9D7}">
      <dsp:nvSpPr>
        <dsp:cNvPr id="0" name=""/>
        <dsp:cNvSpPr/>
      </dsp:nvSpPr>
      <dsp:spPr>
        <a:xfrm>
          <a:off x="1278127" y="1582439"/>
          <a:ext cx="1374198" cy="1374338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833A45-B17A-4297-812E-614EE2521F0C}">
      <dsp:nvSpPr>
        <dsp:cNvPr id="0" name=""/>
        <dsp:cNvSpPr/>
      </dsp:nvSpPr>
      <dsp:spPr>
        <a:xfrm>
          <a:off x="1581528" y="2079912"/>
          <a:ext cx="766880" cy="38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Evaluation Reports</a:t>
          </a:r>
          <a:endParaRPr lang="en-IN" sz="800" kern="1200" dirty="0"/>
        </a:p>
      </dsp:txBody>
      <dsp:txXfrm>
        <a:off x="1581528" y="2079912"/>
        <a:ext cx="766880" cy="383400"/>
      </dsp:txXfrm>
    </dsp:sp>
    <dsp:sp modelId="{E180B4B6-276C-47C5-84B1-E5D631E9B177}">
      <dsp:nvSpPr>
        <dsp:cNvPr id="0" name=""/>
        <dsp:cNvSpPr/>
      </dsp:nvSpPr>
      <dsp:spPr>
        <a:xfrm>
          <a:off x="994317" y="2463313"/>
          <a:ext cx="1180609" cy="1181180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DDC090-AA22-476B-A2F6-E23D7DB517D2}">
      <dsp:nvSpPr>
        <dsp:cNvPr id="0" name=""/>
        <dsp:cNvSpPr/>
      </dsp:nvSpPr>
      <dsp:spPr>
        <a:xfrm>
          <a:off x="1198217" y="2871132"/>
          <a:ext cx="766880" cy="38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GNU Radio Flowgraph</a:t>
          </a:r>
          <a:endParaRPr lang="en-IN" sz="800" kern="1200" dirty="0"/>
        </a:p>
      </dsp:txBody>
      <dsp:txXfrm>
        <a:off x="1198217" y="2871132"/>
        <a:ext cx="766880" cy="3834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040DB-17C3-445B-92BC-46C7AB346AA8}">
      <dsp:nvSpPr>
        <dsp:cNvPr id="0" name=""/>
        <dsp:cNvSpPr/>
      </dsp:nvSpPr>
      <dsp:spPr>
        <a:xfrm>
          <a:off x="4254" y="4210"/>
          <a:ext cx="1631040" cy="460800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050" b="1" i="0" u="sng" strike="noStrike" kern="1200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Fixed Frame Arch</a:t>
          </a:r>
          <a:endParaRPr lang="en-IN" sz="1050" u="sng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54" y="4210"/>
        <a:ext cx="1631040" cy="460800"/>
      </dsp:txXfrm>
    </dsp:sp>
    <dsp:sp modelId="{3D29BD55-E169-4EA1-9312-FBA0D1F76E48}">
      <dsp:nvSpPr>
        <dsp:cNvPr id="0" name=""/>
        <dsp:cNvSpPr/>
      </dsp:nvSpPr>
      <dsp:spPr>
        <a:xfrm>
          <a:off x="4254" y="465010"/>
          <a:ext cx="1631040" cy="1500828"/>
        </a:xfrm>
        <a:prstGeom prst="rect">
          <a:avLst/>
        </a:prstGeom>
        <a:solidFill>
          <a:schemeClr val="accent4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336-bit frame is structurally coupled to GAN input dimensions.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Extending payload requires redesigning the C-GAN conditioning layer and full retraining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54" y="465010"/>
        <a:ext cx="1631040" cy="1500828"/>
      </dsp:txXfrm>
    </dsp:sp>
    <dsp:sp modelId="{F50A1F24-EC97-4161-9955-7C2333E407F3}">
      <dsp:nvSpPr>
        <dsp:cNvPr id="0" name=""/>
        <dsp:cNvSpPr/>
      </dsp:nvSpPr>
      <dsp:spPr>
        <a:xfrm>
          <a:off x="1863640" y="4210"/>
          <a:ext cx="1631040" cy="460800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1050" b="1" i="0" u="sng" strike="noStrike" kern="1200" cap="none" spc="0" normalizeH="0" baseline="0" noProof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GAN Retraining Cycles</a:t>
          </a:r>
          <a:endParaRPr lang="en-IN" sz="1050" u="sng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63640" y="4210"/>
        <a:ext cx="1631040" cy="460800"/>
      </dsp:txXfrm>
    </dsp:sp>
    <dsp:sp modelId="{5AA29256-0F5D-4F4D-BDF4-C10C2121C524}">
      <dsp:nvSpPr>
        <dsp:cNvPr id="0" name=""/>
        <dsp:cNvSpPr/>
      </dsp:nvSpPr>
      <dsp:spPr>
        <a:xfrm>
          <a:off x="1863640" y="465010"/>
          <a:ext cx="1631040" cy="1500828"/>
        </a:xfrm>
        <a:prstGeom prst="rect">
          <a:avLst/>
        </a:prstGeom>
        <a:solidFill>
          <a:schemeClr val="accent2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Anti-fingerprinting improvements need multiple full retraining cycles with different loss configs; 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Each requires independent statistical validation.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63640" y="465010"/>
        <a:ext cx="1631040" cy="1500828"/>
      </dsp:txXfrm>
    </dsp:sp>
    <dsp:sp modelId="{0AA3C112-DBBF-4B3F-A9CE-006E5664470E}">
      <dsp:nvSpPr>
        <dsp:cNvPr id="0" name=""/>
        <dsp:cNvSpPr/>
      </dsp:nvSpPr>
      <dsp:spPr>
        <a:xfrm>
          <a:off x="3723026" y="4210"/>
          <a:ext cx="1631040" cy="460800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1050" b="1" i="0" u="sng" strike="noStrike" kern="1200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Voice Codec </a:t>
          </a:r>
          <a:r>
            <a:rPr kumimoji="0" lang="en-US" sz="1050" b="1" i="0" u="sng" strike="noStrike" kern="1200" cap="none" spc="0" normalizeH="0" baseline="0" noProof="0" dirty="0" err="1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Integ</a:t>
          </a:r>
          <a:endParaRPr lang="en-IN" sz="1050" u="sng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23026" y="4210"/>
        <a:ext cx="1631040" cy="460800"/>
      </dsp:txXfrm>
    </dsp:sp>
    <dsp:sp modelId="{92131667-FC08-42C7-B38D-1B13DFC27EBD}">
      <dsp:nvSpPr>
        <dsp:cNvPr id="0" name=""/>
        <dsp:cNvSpPr/>
      </dsp:nvSpPr>
      <dsp:spPr>
        <a:xfrm>
          <a:off x="3723026" y="465010"/>
          <a:ext cx="1631040" cy="1500828"/>
        </a:xfrm>
        <a:prstGeom prst="rect">
          <a:avLst/>
        </a:prstGeom>
        <a:solidFill>
          <a:schemeClr val="accent6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µ-law framing, multi-frame reassembly, and sequence-order across GAN frames requires a new Frame Protocol layer; 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Real-time throughput at 2 MSPS must be validated end-to-end.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23026" y="465010"/>
        <a:ext cx="1631040" cy="1500828"/>
      </dsp:txXfrm>
    </dsp:sp>
    <dsp:sp modelId="{58D1014A-FEC5-42AC-AFFF-AD719C42E009}">
      <dsp:nvSpPr>
        <dsp:cNvPr id="0" name=""/>
        <dsp:cNvSpPr/>
      </dsp:nvSpPr>
      <dsp:spPr>
        <a:xfrm>
          <a:off x="5582412" y="4210"/>
          <a:ext cx="1631040" cy="460800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1050" b="1" i="0" u="sng" strike="noStrike" kern="1200" cap="none" spc="0" normalizeH="0" baseline="0" noProof="0" dirty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OTA Re-Validation</a:t>
          </a:r>
          <a:endParaRPr lang="en-IN" sz="1050" u="sng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82412" y="4210"/>
        <a:ext cx="1631040" cy="460800"/>
      </dsp:txXfrm>
    </dsp:sp>
    <dsp:sp modelId="{CB78F131-EEA4-4327-851C-C041A1CD7517}">
      <dsp:nvSpPr>
        <dsp:cNvPr id="0" name=""/>
        <dsp:cNvSpPr/>
      </dsp:nvSpPr>
      <dsp:spPr>
        <a:xfrm>
          <a:off x="5582412" y="465010"/>
          <a:ext cx="1631040" cy="1500828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Any architectural change requires a fresh </a:t>
          </a:r>
          <a:r>
            <a:rPr kumimoji="0" lang="en-US" sz="1000" b="0" i="0" u="none" strike="noStrike" kern="1200" cap="none" spc="0" normalizeH="0" baseline="0" noProof="0" dirty="0" err="1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BladeRF</a:t>
          </a: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over-the-air test cycle to confirm BER=0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82412" y="465010"/>
        <a:ext cx="1631040" cy="1500828"/>
      </dsp:txXfrm>
    </dsp:sp>
    <dsp:sp modelId="{65C44E48-E2C3-4C51-9B2F-C887DA01A80B}">
      <dsp:nvSpPr>
        <dsp:cNvPr id="0" name=""/>
        <dsp:cNvSpPr/>
      </dsp:nvSpPr>
      <dsp:spPr>
        <a:xfrm>
          <a:off x="7441797" y="4210"/>
          <a:ext cx="1631040" cy="460800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1050" b="1" i="0" u="sng" strike="noStrike" kern="1200" cap="none" spc="0" normalizeH="0" baseline="0" noProof="0">
              <a:ln/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Adversarial Ensemble Complexity</a:t>
          </a:r>
          <a:endParaRPr lang="en-IN" sz="1050" u="sng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441797" y="4210"/>
        <a:ext cx="1631040" cy="460800"/>
      </dsp:txXfrm>
    </dsp:sp>
    <dsp:sp modelId="{25114B52-F531-434B-9DE8-CB07D17C8497}">
      <dsp:nvSpPr>
        <dsp:cNvPr id="0" name=""/>
        <dsp:cNvSpPr/>
      </dsp:nvSpPr>
      <dsp:spPr>
        <a:xfrm>
          <a:off x="7441797" y="465010"/>
          <a:ext cx="1631040" cy="1500828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Adding 5+ discriminators increases GPU memory non-linearly.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Hyperparameter sensitivity grows with each discriminator; - Independent eval </a:t>
          </a:r>
          <a:r>
            <a:rPr kumimoji="0" lang="en-US" sz="1000" b="0" i="0" u="none" strike="noStrike" kern="1200" cap="none" spc="0" normalizeH="0" baseline="0" noProof="0" dirty="0" err="1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reqd</a:t>
          </a:r>
          <a:endParaRPr lang="en-IN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441797" y="465010"/>
        <a:ext cx="1631040" cy="15008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D6A6D-14D7-4137-803F-F2B7E258AE18}">
      <dsp:nvSpPr>
        <dsp:cNvPr id="0" name=""/>
        <dsp:cNvSpPr/>
      </dsp:nvSpPr>
      <dsp:spPr>
        <a:xfrm>
          <a:off x="311453" y="0"/>
          <a:ext cx="7735268" cy="2163545"/>
        </a:xfrm>
        <a:prstGeom prst="leftRightRibb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1F671BB-B35F-4D32-950E-8F15964B1A4D}">
      <dsp:nvSpPr>
        <dsp:cNvPr id="0" name=""/>
        <dsp:cNvSpPr/>
      </dsp:nvSpPr>
      <dsp:spPr>
        <a:xfrm>
          <a:off x="1691571" y="380009"/>
          <a:ext cx="1784924" cy="1060137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Proof of Concept: </a:t>
          </a:r>
          <a:endParaRPr lang="en-IN" sz="1000" b="1" u="sng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Conditional GAN waveform generation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Adversarial training against CNN signal detectors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Successful message embedding within noise-like signals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This confirms that AI can synthesize covert communication waveforms.</a:t>
          </a:r>
          <a:endParaRPr lang="en-IN" sz="800" kern="1200"/>
        </a:p>
      </dsp:txBody>
      <dsp:txXfrm>
        <a:off x="1691571" y="380009"/>
        <a:ext cx="1784924" cy="1060137"/>
      </dsp:txXfrm>
    </dsp:sp>
    <dsp:sp modelId="{EBF164D4-7BDE-49A6-93D9-0952F70BDF42}">
      <dsp:nvSpPr>
        <dsp:cNvPr id="0" name=""/>
        <dsp:cNvSpPr/>
      </dsp:nvSpPr>
      <dsp:spPr>
        <a:xfrm>
          <a:off x="4830614" y="733692"/>
          <a:ext cx="2109456" cy="1060137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Lab Validation: </a:t>
          </a:r>
          <a:endParaRPr lang="en-IN" sz="1000" b="1" u="sng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Realistic RF channel modelling &amp; Statistical stealth evaluation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Adversarial detector testing</a:t>
          </a:r>
          <a:endParaRPr lang="en-IN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Waveforms eval using Eight EW detection tests, confirming noise-like statistical behavior.</a:t>
          </a:r>
          <a:endParaRPr lang="en-IN" sz="800" kern="1200" dirty="0"/>
        </a:p>
      </dsp:txBody>
      <dsp:txXfrm>
        <a:off x="4830614" y="733692"/>
        <a:ext cx="2109456" cy="10601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47796-6F0F-43D3-9CAF-2C82C1390AE0}">
      <dsp:nvSpPr>
        <dsp:cNvPr id="0" name=""/>
        <dsp:cNvSpPr/>
      </dsp:nvSpPr>
      <dsp:spPr>
        <a:xfrm>
          <a:off x="4501375" y="445308"/>
          <a:ext cx="2524699" cy="390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011"/>
              </a:lnTo>
              <a:lnTo>
                <a:pt x="2524699" y="195011"/>
              </a:lnTo>
              <a:lnTo>
                <a:pt x="2524699" y="390023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EEB06C-329F-4B44-A9B3-0E2B89DA015E}">
      <dsp:nvSpPr>
        <dsp:cNvPr id="0" name=""/>
        <dsp:cNvSpPr/>
      </dsp:nvSpPr>
      <dsp:spPr>
        <a:xfrm>
          <a:off x="4455655" y="445308"/>
          <a:ext cx="91440" cy="3900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0023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406C3-07CC-4618-A537-1FD6E053B8E0}">
      <dsp:nvSpPr>
        <dsp:cNvPr id="0" name=""/>
        <dsp:cNvSpPr/>
      </dsp:nvSpPr>
      <dsp:spPr>
        <a:xfrm>
          <a:off x="1976676" y="445308"/>
          <a:ext cx="2524699" cy="390023"/>
        </a:xfrm>
        <a:custGeom>
          <a:avLst/>
          <a:gdLst/>
          <a:ahLst/>
          <a:cxnLst/>
          <a:rect l="0" t="0" r="0" b="0"/>
          <a:pathLst>
            <a:path>
              <a:moveTo>
                <a:pt x="2524699" y="0"/>
              </a:moveTo>
              <a:lnTo>
                <a:pt x="2524699" y="195011"/>
              </a:lnTo>
              <a:lnTo>
                <a:pt x="0" y="195011"/>
              </a:lnTo>
              <a:lnTo>
                <a:pt x="0" y="390023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BA492-9DC0-48BC-B76F-51CC46F81939}">
      <dsp:nvSpPr>
        <dsp:cNvPr id="0" name=""/>
        <dsp:cNvSpPr/>
      </dsp:nvSpPr>
      <dsp:spPr>
        <a:xfrm>
          <a:off x="1620639" y="755"/>
          <a:ext cx="5761471" cy="44455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900" b="1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 Generator (G) creates IQ waveforms. A Discriminator (D) tries to distinguish them from real noise. G is trained to fool D — when D reaches ~50% accuracy (random guessing), the waveform is truly noise-like.</a:t>
          </a:r>
          <a:endParaRPr lang="en-IN" sz="9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20639" y="755"/>
        <a:ext cx="5761471" cy="444553"/>
      </dsp:txXfrm>
    </dsp:sp>
    <dsp:sp modelId="{61AA4655-42DD-486C-B036-053FF7CC3932}">
      <dsp:nvSpPr>
        <dsp:cNvPr id="0" name=""/>
        <dsp:cNvSpPr/>
      </dsp:nvSpPr>
      <dsp:spPr>
        <a:xfrm>
          <a:off x="909338" y="835332"/>
          <a:ext cx="2134675" cy="928628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800" b="0" i="0" u="none" strike="noStrike" kern="1200" cap="none" spc="0" normalizeH="0" baseline="0" noProof="0" dirty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30% Gaussian noise added at training &amp; inference, then renormalized. Prevents 'clean' fingerprinting.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09338" y="835332"/>
        <a:ext cx="2134675" cy="928628"/>
      </dsp:txXfrm>
    </dsp:sp>
    <dsp:sp modelId="{E5FF14FA-E927-488B-B969-D1B60710A45C}">
      <dsp:nvSpPr>
        <dsp:cNvPr id="0" name=""/>
        <dsp:cNvSpPr/>
      </dsp:nvSpPr>
      <dsp:spPr>
        <a:xfrm>
          <a:off x="3434037" y="835332"/>
          <a:ext cx="2134675" cy="928628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800" b="0" i="0" u="none" strike="noStrike" kern="1200" cap="none" spc="0" normalizeH="0" baseline="0" noProof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Forces G to produce different waveforms for different inputs — prevents mode collapse to one recognisable 'safe' output subspace.</a:t>
          </a:r>
          <a:endParaRPr lang="en-IN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34037" y="835332"/>
        <a:ext cx="2134675" cy="928628"/>
      </dsp:txXfrm>
    </dsp:sp>
    <dsp:sp modelId="{6BED329F-B490-4ACC-8FCE-407D103A8D6E}">
      <dsp:nvSpPr>
        <dsp:cNvPr id="0" name=""/>
        <dsp:cNvSpPr/>
      </dsp:nvSpPr>
      <dsp:spPr>
        <a:xfrm>
          <a:off x="5958737" y="835332"/>
          <a:ext cx="2134675" cy="928628"/>
        </a:xfrm>
        <a:prstGeom prst="rect">
          <a:avLst/>
        </a:prstGeom>
        <a:solidFill>
          <a:schemeClr val="bg1">
            <a:lumMod val="85000"/>
          </a:schemeClr>
        </a:solidFill>
        <a:ln>
          <a:noFill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800" b="0" i="0" u="none" strike="noStrike" kern="1200" cap="none" spc="0" normalizeH="0" baseline="0" noProof="0">
              <a:ln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 second discriminator D2 is re-initialised every 25 epochs — forces G to generalise against detectors it has never seen before.</a:t>
          </a:r>
          <a:endParaRPr kumimoji="0" lang="en-US" sz="800" b="0" i="0" u="none" strike="noStrike" kern="1200" cap="none" spc="0" normalizeH="0" baseline="0" noProof="0" dirty="0">
            <a:ln/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958737" y="835332"/>
        <a:ext cx="2134675" cy="928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67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9A9F-A451-E527-3EA3-4FE4C12E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E667C-C39A-CE64-6346-F5737E42B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48FBE-85B1-9DC2-8303-F018B4BBD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43B43-6A59-44E1-2574-030ADC2BA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1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8C65-7C94-E0A6-D3F4-4A6D3F7D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13877-902B-3E32-312F-F9DF73746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44DD8-0001-6674-BA70-26F2E2A22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D1BDD-64E9-F919-4689-EAB3E8170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7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FB81-8817-EAAC-EFBD-E9C7B29C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F5558-2361-258B-B5D2-AE6688084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5B943-4A3A-8862-4415-A8C29352F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E5A71-C384-932A-9DF1-73F93C671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569D-791C-5C59-580C-19CC9BC3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1B6D5-9BF5-936E-78B5-D4F3A2099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98356-A7EE-48E3-B1F7-69D4E0054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CE4EC-0824-9DC2-4CAD-F9D1BC51E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51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20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5BF67-1D38-56B1-A886-BEFDE25A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637ED-AEEE-0B64-9123-5456DB46B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35209-176E-B0D0-D8AA-A0902EEA2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3048-A946-CB55-EBF2-0E83FEA89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35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8046720" cy="3474720"/>
          </a:xfrm>
          <a:prstGeom prst="rect">
            <a:avLst/>
          </a:prstGeom>
          <a:solidFill>
            <a:srgbClr val="1E4470"/>
          </a:solidFill>
          <a:ln w="19050">
            <a:solidFill>
              <a:srgbClr val="2A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kern="0" spc="400" dirty="0">
                <a:solidFill>
                  <a:srgbClr val="C9A94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 ANSHUMAN</a:t>
            </a: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548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AI-Based Noise Signal for Hidden Undetectable Military Audio/Message Networks</a:t>
            </a:r>
            <a:endParaRPr lang="en-US" sz="1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2029968"/>
            <a:ext cx="6400800" cy="0"/>
          </a:xfrm>
          <a:prstGeom prst="line">
            <a:avLst/>
          </a:prstGeom>
          <a:noFill/>
          <a:ln w="9525">
            <a:solidFill>
              <a:srgbClr val="C9A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LPI Waveform Generation with OTA SDR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971800"/>
            <a:ext cx="512064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999232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Ambuj Sharma (Roll No: 2502193004)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C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</a:t>
            </a:r>
            <a:r>
              <a:rPr lang="en-US" sz="1200" dirty="0">
                <a:solidFill>
                  <a:srgbClr val="C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AI-ML (CFDST)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748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MCTE Guide: Asst Prof (Dr.) Gaurav Sharma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Guide: Asst Prof (Dr.) Sumit Gautam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96519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52">
            <a:extLst>
              <a:ext uri="{FF2B5EF4-FFF2-40B4-BE49-F238E27FC236}">
                <a16:creationId xmlns:a16="http://schemas.microsoft.com/office/drawing/2014/main" id="{A296769A-C5DF-1A3C-BA06-637C77568219}"/>
              </a:ext>
            </a:extLst>
          </p:cNvPr>
          <p:cNvSpPr/>
          <p:nvPr/>
        </p:nvSpPr>
        <p:spPr>
          <a:xfrm>
            <a:off x="182880" y="3927859"/>
            <a:ext cx="4251960" cy="566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55">
            <a:extLst>
              <a:ext uri="{FF2B5EF4-FFF2-40B4-BE49-F238E27FC236}">
                <a16:creationId xmlns:a16="http://schemas.microsoft.com/office/drawing/2014/main" id="{CEA4D815-0BC2-12C4-A58A-E056DF6B3309}"/>
              </a:ext>
            </a:extLst>
          </p:cNvPr>
          <p:cNvSpPr/>
          <p:nvPr/>
        </p:nvSpPr>
        <p:spPr>
          <a:xfrm>
            <a:off x="713232" y="3982723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Paper Publication Details</a:t>
            </a:r>
          </a:p>
        </p:txBody>
      </p:sp>
      <p:sp>
        <p:nvSpPr>
          <p:cNvPr id="78" name="Shape 52">
            <a:extLst>
              <a:ext uri="{FF2B5EF4-FFF2-40B4-BE49-F238E27FC236}">
                <a16:creationId xmlns:a16="http://schemas.microsoft.com/office/drawing/2014/main" id="{F9EAEA41-3F7F-F905-04E8-A0334F3F5D3C}"/>
              </a:ext>
            </a:extLst>
          </p:cNvPr>
          <p:cNvSpPr/>
          <p:nvPr/>
        </p:nvSpPr>
        <p:spPr>
          <a:xfrm>
            <a:off x="182880" y="3281172"/>
            <a:ext cx="4251960" cy="566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BA001EF6-9632-1C0F-A9F9-8BB99F152CFA}"/>
              </a:ext>
            </a:extLst>
          </p:cNvPr>
          <p:cNvSpPr/>
          <p:nvPr/>
        </p:nvSpPr>
        <p:spPr>
          <a:xfrm>
            <a:off x="182880" y="2617470"/>
            <a:ext cx="4251960" cy="5669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55">
            <a:extLst>
              <a:ext uri="{FF2B5EF4-FFF2-40B4-BE49-F238E27FC236}">
                <a16:creationId xmlns:a16="http://schemas.microsoft.com/office/drawing/2014/main" id="{E536A07F-783C-16F8-7116-D7348D555DBC}"/>
              </a:ext>
            </a:extLst>
          </p:cNvPr>
          <p:cNvSpPr/>
          <p:nvPr/>
        </p:nvSpPr>
        <p:spPr>
          <a:xfrm>
            <a:off x="713232" y="267233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Proposed Timeline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56">
            <a:extLst>
              <a:ext uri="{FF2B5EF4-FFF2-40B4-BE49-F238E27FC236}">
                <a16:creationId xmlns:a16="http://schemas.microsoft.com/office/drawing/2014/main" id="{E211108D-A3CA-F5B2-C905-5C54E126A262}"/>
              </a:ext>
            </a:extLst>
          </p:cNvPr>
          <p:cNvSpPr/>
          <p:nvPr/>
        </p:nvSpPr>
        <p:spPr>
          <a:xfrm>
            <a:off x="713232" y="291922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Completed phases + future roadmap</a:t>
            </a:r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45250C2A-1FA8-1253-38FA-D115A6489724}"/>
              </a:ext>
            </a:extLst>
          </p:cNvPr>
          <p:cNvSpPr/>
          <p:nvPr/>
        </p:nvSpPr>
        <p:spPr>
          <a:xfrm>
            <a:off x="182880" y="1965681"/>
            <a:ext cx="4251960" cy="5669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49">
            <a:extLst>
              <a:ext uri="{FF2B5EF4-FFF2-40B4-BE49-F238E27FC236}">
                <a16:creationId xmlns:a16="http://schemas.microsoft.com/office/drawing/2014/main" id="{FBF049B4-3542-1B96-FA42-DF77A542B9C8}"/>
              </a:ext>
            </a:extLst>
          </p:cNvPr>
          <p:cNvSpPr/>
          <p:nvPr/>
        </p:nvSpPr>
        <p:spPr>
          <a:xfrm>
            <a:off x="713232" y="2020545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Milestones &amp; Deliverables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50">
            <a:extLst>
              <a:ext uri="{FF2B5EF4-FFF2-40B4-BE49-F238E27FC236}">
                <a16:creationId xmlns:a16="http://schemas.microsoft.com/office/drawing/2014/main" id="{D499ED0A-8C37-EEF4-7C3D-57DED4E7D576}"/>
              </a:ext>
            </a:extLst>
          </p:cNvPr>
          <p:cNvSpPr/>
          <p:nvPr/>
        </p:nvSpPr>
        <p:spPr>
          <a:xfrm>
            <a:off x="713232" y="2267433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Academic &amp; military outputs with key parameters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75785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1"/>
            <a:ext cx="8595360" cy="40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INDEX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B80BC9D-1E2D-A9F2-BD31-F7D9C36BC0B0}"/>
              </a:ext>
            </a:extLst>
          </p:cNvPr>
          <p:cNvSpPr/>
          <p:nvPr/>
        </p:nvSpPr>
        <p:spPr>
          <a:xfrm>
            <a:off x="182880" y="642366"/>
            <a:ext cx="4251960" cy="5669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3F5058-76F7-0F46-067A-EEE8834CF709}"/>
              </a:ext>
            </a:extLst>
          </p:cNvPr>
          <p:cNvSpPr/>
          <p:nvPr/>
        </p:nvSpPr>
        <p:spPr>
          <a:xfrm>
            <a:off x="182880" y="642366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5AD013-CF05-4545-C96F-C354391FDE4B}"/>
              </a:ext>
            </a:extLst>
          </p:cNvPr>
          <p:cNvSpPr/>
          <p:nvPr/>
        </p:nvSpPr>
        <p:spPr>
          <a:xfrm>
            <a:off x="182880" y="64236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17DAC7-6BE1-E4BA-5415-5D49E66A2590}"/>
              </a:ext>
            </a:extLst>
          </p:cNvPr>
          <p:cNvSpPr/>
          <p:nvPr/>
        </p:nvSpPr>
        <p:spPr>
          <a:xfrm>
            <a:off x="713232" y="69723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638E16-8C26-F436-A26C-304E6A77C9AE}"/>
              </a:ext>
            </a:extLst>
          </p:cNvPr>
          <p:cNvSpPr/>
          <p:nvPr/>
        </p:nvSpPr>
        <p:spPr>
          <a:xfrm>
            <a:off x="713232" y="94411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Research gaps, prior work &amp; ANSHUMAN novelty statement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A225F1D-5978-A05A-59BD-D74D348AE9FE}"/>
              </a:ext>
            </a:extLst>
          </p:cNvPr>
          <p:cNvSpPr/>
          <p:nvPr/>
        </p:nvSpPr>
        <p:spPr>
          <a:xfrm>
            <a:off x="182880" y="1300734"/>
            <a:ext cx="4251960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1D05F4-70C1-F3B0-CBB1-9332104E56D0}"/>
              </a:ext>
            </a:extLst>
          </p:cNvPr>
          <p:cNvSpPr/>
          <p:nvPr/>
        </p:nvSpPr>
        <p:spPr>
          <a:xfrm>
            <a:off x="182880" y="1300734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9A767C4-71C9-5C5C-D0DE-AC868B535E4A}"/>
              </a:ext>
            </a:extLst>
          </p:cNvPr>
          <p:cNvSpPr/>
          <p:nvPr/>
        </p:nvSpPr>
        <p:spPr>
          <a:xfrm>
            <a:off x="182880" y="130073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DFD10B-88B6-9255-C8D1-A4FA3D45545E}"/>
              </a:ext>
            </a:extLst>
          </p:cNvPr>
          <p:cNvSpPr/>
          <p:nvPr/>
        </p:nvSpPr>
        <p:spPr>
          <a:xfrm>
            <a:off x="713232" y="135559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2DB47E-A59E-B363-F613-6C835D073190}"/>
              </a:ext>
            </a:extLst>
          </p:cNvPr>
          <p:cNvSpPr/>
          <p:nvPr/>
        </p:nvSpPr>
        <p:spPr>
          <a:xfrm>
            <a:off x="713232" y="160248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EW threat landscape, aim &amp; scope of work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7634865-055F-C8D3-C94A-1BD505F9E717}"/>
              </a:ext>
            </a:extLst>
          </p:cNvPr>
          <p:cNvSpPr/>
          <p:nvPr/>
        </p:nvSpPr>
        <p:spPr>
          <a:xfrm>
            <a:off x="182880" y="1959102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585AA57-6AAA-0890-089E-3207E0A896BE}"/>
              </a:ext>
            </a:extLst>
          </p:cNvPr>
          <p:cNvSpPr/>
          <p:nvPr/>
        </p:nvSpPr>
        <p:spPr>
          <a:xfrm>
            <a:off x="182880" y="2617470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A714D9A-7298-61EC-18F3-70845137F0B8}"/>
              </a:ext>
            </a:extLst>
          </p:cNvPr>
          <p:cNvSpPr/>
          <p:nvPr/>
        </p:nvSpPr>
        <p:spPr>
          <a:xfrm>
            <a:off x="182880" y="3275838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10CD2F4-FD93-DD4E-9D6F-3FF2AD64B229}"/>
              </a:ext>
            </a:extLst>
          </p:cNvPr>
          <p:cNvSpPr/>
          <p:nvPr/>
        </p:nvSpPr>
        <p:spPr>
          <a:xfrm>
            <a:off x="182880" y="3934206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8773E3AD-CD0C-512F-CB6C-18FABC03B747}"/>
              </a:ext>
            </a:extLst>
          </p:cNvPr>
          <p:cNvSpPr/>
          <p:nvPr/>
        </p:nvSpPr>
        <p:spPr>
          <a:xfrm>
            <a:off x="4709160" y="1945130"/>
            <a:ext cx="4251960" cy="5669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BA6F4C0-50CD-1D65-A530-BA3C21753B0B}"/>
              </a:ext>
            </a:extLst>
          </p:cNvPr>
          <p:cNvSpPr/>
          <p:nvPr/>
        </p:nvSpPr>
        <p:spPr>
          <a:xfrm>
            <a:off x="4709160" y="1945130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9AC069F6-BFE3-ADAC-A7C3-24537F5DFE43}"/>
              </a:ext>
            </a:extLst>
          </p:cNvPr>
          <p:cNvSpPr/>
          <p:nvPr/>
        </p:nvSpPr>
        <p:spPr>
          <a:xfrm>
            <a:off x="5239512" y="199999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Miscillaneous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73113B59-79AF-CB5C-0E7A-1B345055B122}"/>
              </a:ext>
            </a:extLst>
          </p:cNvPr>
          <p:cNvSpPr/>
          <p:nvPr/>
        </p:nvSpPr>
        <p:spPr>
          <a:xfrm>
            <a:off x="5239512" y="224688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Military Applications, Limitations &amp; Future Work</a:t>
            </a:r>
          </a:p>
        </p:txBody>
      </p:sp>
      <p:sp>
        <p:nvSpPr>
          <p:cNvPr id="79" name="Text 55">
            <a:extLst>
              <a:ext uri="{FF2B5EF4-FFF2-40B4-BE49-F238E27FC236}">
                <a16:creationId xmlns:a16="http://schemas.microsoft.com/office/drawing/2014/main" id="{08BD3427-4F7E-79FA-B2F3-FCBFAF9903DD}"/>
              </a:ext>
            </a:extLst>
          </p:cNvPr>
          <p:cNvSpPr/>
          <p:nvPr/>
        </p:nvSpPr>
        <p:spPr>
          <a:xfrm>
            <a:off x="713232" y="33360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Current Status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56">
            <a:extLst>
              <a:ext uri="{FF2B5EF4-FFF2-40B4-BE49-F238E27FC236}">
                <a16:creationId xmlns:a16="http://schemas.microsoft.com/office/drawing/2014/main" id="{ED7DEE2F-E6B7-B73B-BB75-7A72CC9655F5}"/>
              </a:ext>
            </a:extLst>
          </p:cNvPr>
          <p:cNvSpPr/>
          <p:nvPr/>
        </p:nvSpPr>
        <p:spPr>
          <a:xfrm>
            <a:off x="713232" y="35829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Completed phases + future roadmap, Core Tradeoff</a:t>
            </a:r>
          </a:p>
        </p:txBody>
      </p:sp>
      <p:sp>
        <p:nvSpPr>
          <p:cNvPr id="88" name="Shape 64">
            <a:extLst>
              <a:ext uri="{FF2B5EF4-FFF2-40B4-BE49-F238E27FC236}">
                <a16:creationId xmlns:a16="http://schemas.microsoft.com/office/drawing/2014/main" id="{F98F092B-6A84-6622-0C38-8029B9CE709A}"/>
              </a:ext>
            </a:extLst>
          </p:cNvPr>
          <p:cNvSpPr/>
          <p:nvPr/>
        </p:nvSpPr>
        <p:spPr>
          <a:xfrm>
            <a:off x="4722467" y="2677533"/>
            <a:ext cx="4251960" cy="566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65">
            <a:extLst>
              <a:ext uri="{FF2B5EF4-FFF2-40B4-BE49-F238E27FC236}">
                <a16:creationId xmlns:a16="http://schemas.microsoft.com/office/drawing/2014/main" id="{6744AFEB-7108-31C1-F823-F40CDC1D72F2}"/>
              </a:ext>
            </a:extLst>
          </p:cNvPr>
          <p:cNvSpPr/>
          <p:nvPr/>
        </p:nvSpPr>
        <p:spPr>
          <a:xfrm>
            <a:off x="4722467" y="2677533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67">
            <a:extLst>
              <a:ext uri="{FF2B5EF4-FFF2-40B4-BE49-F238E27FC236}">
                <a16:creationId xmlns:a16="http://schemas.microsoft.com/office/drawing/2014/main" id="{BB146777-1761-D003-ABA2-23B493390BBC}"/>
              </a:ext>
            </a:extLst>
          </p:cNvPr>
          <p:cNvSpPr/>
          <p:nvPr/>
        </p:nvSpPr>
        <p:spPr>
          <a:xfrm>
            <a:off x="5252819" y="2732397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66">
            <a:extLst>
              <a:ext uri="{FF2B5EF4-FFF2-40B4-BE49-F238E27FC236}">
                <a16:creationId xmlns:a16="http://schemas.microsoft.com/office/drawing/2014/main" id="{909609D3-5BDB-8F4D-38A5-D14339F8685B}"/>
              </a:ext>
            </a:extLst>
          </p:cNvPr>
          <p:cNvSpPr/>
          <p:nvPr/>
        </p:nvSpPr>
        <p:spPr>
          <a:xfrm>
            <a:off x="182880" y="196341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66">
            <a:extLst>
              <a:ext uri="{FF2B5EF4-FFF2-40B4-BE49-F238E27FC236}">
                <a16:creationId xmlns:a16="http://schemas.microsoft.com/office/drawing/2014/main" id="{390790C3-A2A6-4C79-9C7C-40A7F6117729}"/>
              </a:ext>
            </a:extLst>
          </p:cNvPr>
          <p:cNvSpPr/>
          <p:nvPr/>
        </p:nvSpPr>
        <p:spPr>
          <a:xfrm>
            <a:off x="169573" y="26249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23">
            <a:extLst>
              <a:ext uri="{FF2B5EF4-FFF2-40B4-BE49-F238E27FC236}">
                <a16:creationId xmlns:a16="http://schemas.microsoft.com/office/drawing/2014/main" id="{D00B88C8-3035-C769-C4A8-D6831CF7F6A3}"/>
              </a:ext>
            </a:extLst>
          </p:cNvPr>
          <p:cNvSpPr/>
          <p:nvPr/>
        </p:nvSpPr>
        <p:spPr>
          <a:xfrm>
            <a:off x="205331" y="3286390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66">
            <a:extLst>
              <a:ext uri="{FF2B5EF4-FFF2-40B4-BE49-F238E27FC236}">
                <a16:creationId xmlns:a16="http://schemas.microsoft.com/office/drawing/2014/main" id="{18035432-5441-4BE4-F2C8-DBEA936B42E6}"/>
              </a:ext>
            </a:extLst>
          </p:cNvPr>
          <p:cNvSpPr/>
          <p:nvPr/>
        </p:nvSpPr>
        <p:spPr>
          <a:xfrm>
            <a:off x="192024" y="32938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23">
            <a:extLst>
              <a:ext uri="{FF2B5EF4-FFF2-40B4-BE49-F238E27FC236}">
                <a16:creationId xmlns:a16="http://schemas.microsoft.com/office/drawing/2014/main" id="{479CF51B-1339-6E17-31FC-D12366104005}"/>
              </a:ext>
            </a:extLst>
          </p:cNvPr>
          <p:cNvSpPr/>
          <p:nvPr/>
        </p:nvSpPr>
        <p:spPr>
          <a:xfrm>
            <a:off x="196187" y="3934206"/>
            <a:ext cx="4572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66">
            <a:extLst>
              <a:ext uri="{FF2B5EF4-FFF2-40B4-BE49-F238E27FC236}">
                <a16:creationId xmlns:a16="http://schemas.microsoft.com/office/drawing/2014/main" id="{CF5BCCFA-BE93-A015-8E4A-261640C20766}"/>
              </a:ext>
            </a:extLst>
          </p:cNvPr>
          <p:cNvSpPr/>
          <p:nvPr/>
        </p:nvSpPr>
        <p:spPr>
          <a:xfrm>
            <a:off x="182880" y="39416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66">
            <a:extLst>
              <a:ext uri="{FF2B5EF4-FFF2-40B4-BE49-F238E27FC236}">
                <a16:creationId xmlns:a16="http://schemas.microsoft.com/office/drawing/2014/main" id="{E7BC87D4-3CE8-8B0E-FBA7-239A5FBB0699}"/>
              </a:ext>
            </a:extLst>
          </p:cNvPr>
          <p:cNvSpPr/>
          <p:nvPr/>
        </p:nvSpPr>
        <p:spPr>
          <a:xfrm>
            <a:off x="4709160" y="194513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6">
            <a:extLst>
              <a:ext uri="{FF2B5EF4-FFF2-40B4-BE49-F238E27FC236}">
                <a16:creationId xmlns:a16="http://schemas.microsoft.com/office/drawing/2014/main" id="{D5F59AD3-396D-2657-9ECB-04890E5BCEC3}"/>
              </a:ext>
            </a:extLst>
          </p:cNvPr>
          <p:cNvSpPr/>
          <p:nvPr/>
        </p:nvSpPr>
        <p:spPr>
          <a:xfrm>
            <a:off x="4722467" y="268521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EA3DB-468C-CD4D-468E-4E149BC2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517E43-85C5-4FA6-8CA0-A13212A5EC15}"/>
              </a:ext>
            </a:extLst>
          </p:cNvPr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9845C2-C0D6-23D6-4E10-41FE8627196C}"/>
              </a:ext>
            </a:extLst>
          </p:cNvPr>
          <p:cNvSpPr/>
          <p:nvPr/>
        </p:nvSpPr>
        <p:spPr>
          <a:xfrm>
            <a:off x="274320" y="30852"/>
            <a:ext cx="8595360" cy="446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LITERATURE SURVEY — RESEARCH GAPS &amp; PRIOR WORK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01FA82F-A75F-90E5-D86E-3CEB3BFDD00C}"/>
              </a:ext>
            </a:extLst>
          </p:cNvPr>
          <p:cNvSpPr/>
          <p:nvPr/>
        </p:nvSpPr>
        <p:spPr>
          <a:xfrm>
            <a:off x="5033691" y="517563"/>
            <a:ext cx="3901282" cy="234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🔍</a:t>
            </a:r>
            <a:r>
              <a:rPr lang="en-US" sz="110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Identified Research Gap</a:t>
            </a:r>
            <a:endParaRPr lang="en-US" sz="11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2B2A6B6-98B9-70B7-9FF0-B7D436E27AE3}"/>
              </a:ext>
            </a:extLst>
          </p:cNvPr>
          <p:cNvSpPr/>
          <p:nvPr/>
        </p:nvSpPr>
        <p:spPr>
          <a:xfrm>
            <a:off x="5145977" y="794163"/>
            <a:ext cx="3901282" cy="234224"/>
          </a:xfrm>
          <a:prstGeom prst="rect">
            <a:avLst/>
          </a:prstGeom>
          <a:solidFill>
            <a:srgbClr val="7030A0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PRIOR WORK SIMULTANEOUSLY DEMONSTRATES:</a:t>
            </a:r>
          </a:p>
        </p:txBody>
      </p:sp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CF0EBA25-2BBD-2E12-1207-89362581F3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619491"/>
              </p:ext>
            </p:extLst>
          </p:nvPr>
        </p:nvGraphicFramePr>
        <p:xfrm>
          <a:off x="8741" y="768069"/>
          <a:ext cx="4594706" cy="2116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8" name="Text 6">
            <a:extLst>
              <a:ext uri="{FF2B5EF4-FFF2-40B4-BE49-F238E27FC236}">
                <a16:creationId xmlns:a16="http://schemas.microsoft.com/office/drawing/2014/main" id="{1209CE02-C695-0B0E-6EA0-B9557FA770F8}"/>
              </a:ext>
            </a:extLst>
          </p:cNvPr>
          <p:cNvSpPr/>
          <p:nvPr/>
        </p:nvSpPr>
        <p:spPr>
          <a:xfrm>
            <a:off x="126567" y="503058"/>
            <a:ext cx="4794838" cy="2618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Existing LPI Techniques &amp; Gaps</a:t>
            </a:r>
            <a:endParaRPr lang="en-US" sz="105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874D6C8C-15CA-D4DC-F0F6-FFE10C03F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094479"/>
              </p:ext>
            </p:extLst>
          </p:nvPr>
        </p:nvGraphicFramePr>
        <p:xfrm>
          <a:off x="5145977" y="1071142"/>
          <a:ext cx="3901282" cy="1562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89D5F64A-F0A0-C9FC-5565-72A6B2A0245D}"/>
              </a:ext>
            </a:extLst>
          </p:cNvPr>
          <p:cNvSpPr/>
          <p:nvPr/>
        </p:nvSpPr>
        <p:spPr>
          <a:xfrm>
            <a:off x="365760" y="2909938"/>
            <a:ext cx="8503920" cy="1333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cs typeface="Arial" panose="020B0604020202020204" pitchFamily="34" charset="0"/>
              </a:rPr>
              <a:t>Three Pillars Of Prior Work That ANSHUMAN Builds Upon And Extends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A280D4E-ABFE-3E79-49C4-031EAB77F488}"/>
              </a:ext>
            </a:extLst>
          </p:cNvPr>
          <p:cNvGrpSpPr/>
          <p:nvPr/>
        </p:nvGrpSpPr>
        <p:grpSpPr>
          <a:xfrm>
            <a:off x="164575" y="3097967"/>
            <a:ext cx="8784294" cy="1180252"/>
            <a:chOff x="228600" y="2138354"/>
            <a:chExt cx="8595360" cy="2765586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20CC773-0772-8FE0-3B04-B00B35BA8CC3}"/>
                </a:ext>
              </a:extLst>
            </p:cNvPr>
            <p:cNvSpPr/>
            <p:nvPr/>
          </p:nvSpPr>
          <p:spPr>
            <a:xfrm>
              <a:off x="228600" y="2197826"/>
              <a:ext cx="2743200" cy="270611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8F460DB2-0C76-CBFB-59B4-DAE724FF9FE8}"/>
                </a:ext>
              </a:extLst>
            </p:cNvPr>
            <p:cNvSpPr/>
            <p:nvPr/>
          </p:nvSpPr>
          <p:spPr>
            <a:xfrm>
              <a:off x="228600" y="2138354"/>
              <a:ext cx="2743200" cy="61854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/>
              </a:solidFill>
              <a:prstDash val="solid"/>
            </a:ln>
          </p:spPr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AC03EDAD-1DEA-4F0F-315C-CC7354FFFC4C}"/>
                </a:ext>
              </a:extLst>
            </p:cNvPr>
            <p:cNvSpPr/>
            <p:nvPr/>
          </p:nvSpPr>
          <p:spPr>
            <a:xfrm>
              <a:off x="411480" y="2298560"/>
              <a:ext cx="2468880" cy="3865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End-to-End Deep Learning</a:t>
              </a:r>
              <a:endParaRPr lang="en-US" sz="9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400E78B-D984-8BED-6FF4-7DDFFD2837CF}"/>
                </a:ext>
              </a:extLst>
            </p:cNvPr>
            <p:cNvSpPr/>
            <p:nvPr/>
          </p:nvSpPr>
          <p:spPr>
            <a:xfrm>
              <a:off x="365760" y="2838205"/>
              <a:ext cx="2468880" cy="2164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/>
                <a:t>O'Shea &amp; Hoydis, 2017</a:t>
              </a:r>
              <a:endParaRPr lang="en-US" sz="8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6CE2968-0ED6-947F-1E16-20798F7BDCA5}"/>
                </a:ext>
              </a:extLst>
            </p:cNvPr>
            <p:cNvSpPr/>
            <p:nvPr/>
          </p:nvSpPr>
          <p:spPr>
            <a:xfrm>
              <a:off x="365760" y="3207751"/>
              <a:ext cx="2468880" cy="14345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/>
                <a:t>Proved that a neural network can jointly optimise transmitter and receiver (autoencoder). This gave ANSHUMAN its E2E framework — GAN generator as TX, neural decoder as RX.</a:t>
              </a: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94C06880-BCC2-152C-1B62-925F00ED5452}"/>
                </a:ext>
              </a:extLst>
            </p:cNvPr>
            <p:cNvSpPr/>
            <p:nvPr/>
          </p:nvSpPr>
          <p:spPr>
            <a:xfrm>
              <a:off x="365760" y="4601673"/>
              <a:ext cx="1280160" cy="295851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800">
                <a:solidFill>
                  <a:schemeClr val="bg1"/>
                </a:solidFill>
              </a:endParaRPr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8CE539E6-5CDE-6F28-FA4E-8E559795C816}"/>
                </a:ext>
              </a:extLst>
            </p:cNvPr>
            <p:cNvSpPr/>
            <p:nvPr/>
          </p:nvSpPr>
          <p:spPr>
            <a:xfrm>
              <a:off x="365760" y="4644319"/>
              <a:ext cx="1280160" cy="1701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bg1"/>
                  </a:solidFill>
                </a:rPr>
                <a:t>Framework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B9F5F602-9CE6-70B7-0CEF-FBFF2F58AA0A}"/>
                </a:ext>
              </a:extLst>
            </p:cNvPr>
            <p:cNvSpPr/>
            <p:nvPr/>
          </p:nvSpPr>
          <p:spPr>
            <a:xfrm>
              <a:off x="3154680" y="2197826"/>
              <a:ext cx="2743200" cy="270611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prstDash val="soli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9C9A148F-9EF1-17CA-AE95-1474194FB4BD}"/>
                </a:ext>
              </a:extLst>
            </p:cNvPr>
            <p:cNvSpPr/>
            <p:nvPr/>
          </p:nvSpPr>
          <p:spPr>
            <a:xfrm>
              <a:off x="3154680" y="2138354"/>
              <a:ext cx="2743200" cy="61854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/>
              </a:solidFill>
              <a:prstDash val="solid"/>
            </a:ln>
          </p:spPr>
        </p:sp>
        <p:sp>
          <p:nvSpPr>
            <p:cNvPr id="15" name="Text 15">
              <a:extLst>
                <a:ext uri="{FF2B5EF4-FFF2-40B4-BE49-F238E27FC236}">
                  <a16:creationId xmlns:a16="http://schemas.microsoft.com/office/drawing/2014/main" id="{7BC6F32C-C48B-399C-D95F-1D90C89341D9}"/>
                </a:ext>
              </a:extLst>
            </p:cNvPr>
            <p:cNvSpPr/>
            <p:nvPr/>
          </p:nvSpPr>
          <p:spPr>
            <a:xfrm>
              <a:off x="3346704" y="2293802"/>
              <a:ext cx="2468880" cy="3865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Conditional GAN (C-GAN)</a:t>
              </a:r>
              <a:endParaRPr lang="en-US" sz="9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16">
              <a:extLst>
                <a:ext uri="{FF2B5EF4-FFF2-40B4-BE49-F238E27FC236}">
                  <a16:creationId xmlns:a16="http://schemas.microsoft.com/office/drawing/2014/main" id="{E70D9615-BCC7-A3A3-54EC-90FB5E99FF6C}"/>
                </a:ext>
              </a:extLst>
            </p:cNvPr>
            <p:cNvSpPr/>
            <p:nvPr/>
          </p:nvSpPr>
          <p:spPr>
            <a:xfrm>
              <a:off x="3291840" y="2838205"/>
              <a:ext cx="2468880" cy="2164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/>
                <a:t>Mirza &amp; Osindero, 2014</a:t>
              </a:r>
              <a:endParaRPr lang="en-US" sz="800" dirty="0"/>
            </a:p>
          </p:txBody>
        </p:sp>
        <p:sp>
          <p:nvSpPr>
            <p:cNvPr id="17" name="Text 17">
              <a:extLst>
                <a:ext uri="{FF2B5EF4-FFF2-40B4-BE49-F238E27FC236}">
                  <a16:creationId xmlns:a16="http://schemas.microsoft.com/office/drawing/2014/main" id="{BF032511-B075-79A5-476A-A5965DBAD8DF}"/>
                </a:ext>
              </a:extLst>
            </p:cNvPr>
            <p:cNvSpPr/>
            <p:nvPr/>
          </p:nvSpPr>
          <p:spPr>
            <a:xfrm>
              <a:off x="3291840" y="3148201"/>
              <a:ext cx="2468880" cy="14940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/>
                <a:t>C-GAN conditions the generator on a class label. ANSHUMAN uses message bits as conditioning input — each generated waveform encodes a specific, encrypted bit pattern.</a:t>
              </a:r>
            </a:p>
          </p:txBody>
        </p:sp>
        <p:sp>
          <p:nvSpPr>
            <p:cNvPr id="18" name="Shape 18">
              <a:extLst>
                <a:ext uri="{FF2B5EF4-FFF2-40B4-BE49-F238E27FC236}">
                  <a16:creationId xmlns:a16="http://schemas.microsoft.com/office/drawing/2014/main" id="{84A0B847-006B-FA50-AC47-686FAAB3DDCE}"/>
                </a:ext>
              </a:extLst>
            </p:cNvPr>
            <p:cNvSpPr/>
            <p:nvPr/>
          </p:nvSpPr>
          <p:spPr>
            <a:xfrm>
              <a:off x="3291840" y="4601673"/>
              <a:ext cx="1280160" cy="270183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800"/>
            </a:p>
          </p:txBody>
        </p:sp>
        <p:sp>
          <p:nvSpPr>
            <p:cNvPr id="19" name="Text 19">
              <a:extLst>
                <a:ext uri="{FF2B5EF4-FFF2-40B4-BE49-F238E27FC236}">
                  <a16:creationId xmlns:a16="http://schemas.microsoft.com/office/drawing/2014/main" id="{C00D88BA-4CA1-E7A0-2F68-824B142F2678}"/>
                </a:ext>
              </a:extLst>
            </p:cNvPr>
            <p:cNvSpPr/>
            <p:nvPr/>
          </p:nvSpPr>
          <p:spPr>
            <a:xfrm>
              <a:off x="3291840" y="4644319"/>
              <a:ext cx="1280160" cy="1701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bg1"/>
                  </a:solidFill>
                </a:rPr>
                <a:t>Core Architecture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9444EE49-D0F8-EF4A-884A-4E27FE89AA2D}"/>
                </a:ext>
              </a:extLst>
            </p:cNvPr>
            <p:cNvSpPr/>
            <p:nvPr/>
          </p:nvSpPr>
          <p:spPr>
            <a:xfrm>
              <a:off x="6080760" y="2197826"/>
              <a:ext cx="2743200" cy="270611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prstDash val="solid"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</p:sp>
        <p:sp>
          <p:nvSpPr>
            <p:cNvPr id="21" name="Shape 21">
              <a:extLst>
                <a:ext uri="{FF2B5EF4-FFF2-40B4-BE49-F238E27FC236}">
                  <a16:creationId xmlns:a16="http://schemas.microsoft.com/office/drawing/2014/main" id="{FF30629B-CE30-AC38-6179-666966DD8E6F}"/>
                </a:ext>
              </a:extLst>
            </p:cNvPr>
            <p:cNvSpPr/>
            <p:nvPr/>
          </p:nvSpPr>
          <p:spPr>
            <a:xfrm>
              <a:off x="6080760" y="2138354"/>
              <a:ext cx="2743200" cy="61854"/>
            </a:xfrm>
            <a:prstGeom prst="rect">
              <a:avLst/>
            </a:prstGeom>
            <a:solidFill>
              <a:srgbClr val="00A8A8"/>
            </a:solidFill>
            <a:ln w="12700">
              <a:solidFill>
                <a:srgbClr val="00A8A8"/>
              </a:solidFill>
              <a:prstDash val="solid"/>
            </a:ln>
          </p:spPr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EB90B94D-F470-744E-184E-8DA9AB579D58}"/>
                </a:ext>
              </a:extLst>
            </p:cNvPr>
            <p:cNvSpPr/>
            <p:nvPr/>
          </p:nvSpPr>
          <p:spPr>
            <a:xfrm>
              <a:off x="6178147" y="2293802"/>
              <a:ext cx="2468880" cy="3865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Covert AWGN Limits (√n Law)</a:t>
              </a:r>
              <a:endParaRPr lang="en-US" sz="9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258B122F-83DD-107E-0E9B-E49844367768}"/>
                </a:ext>
              </a:extLst>
            </p:cNvPr>
            <p:cNvSpPr/>
            <p:nvPr/>
          </p:nvSpPr>
          <p:spPr>
            <a:xfrm>
              <a:off x="6217920" y="2838205"/>
              <a:ext cx="2468880" cy="2164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/>
                <a:t>Bash et al., 2013</a:t>
              </a:r>
              <a:endParaRPr lang="en-US" sz="800" dirty="0"/>
            </a:p>
          </p:txBody>
        </p:sp>
        <p:sp>
          <p:nvSpPr>
            <p:cNvPr id="24" name="Text 25">
              <a:extLst>
                <a:ext uri="{FF2B5EF4-FFF2-40B4-BE49-F238E27FC236}">
                  <a16:creationId xmlns:a16="http://schemas.microsoft.com/office/drawing/2014/main" id="{A59D18B8-6040-91CE-DB53-AC0E61446276}"/>
                </a:ext>
              </a:extLst>
            </p:cNvPr>
            <p:cNvSpPr/>
            <p:nvPr/>
          </p:nvSpPr>
          <p:spPr>
            <a:xfrm>
              <a:off x="6217920" y="3207751"/>
              <a:ext cx="2468880" cy="14345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/>
                <a:t>Information theory proves covert capacity scales as √n of channel uses. This provides the theoretical upper ceiling that ANSHUMAN's statistical stealth must operate below.</a:t>
              </a:r>
            </a:p>
          </p:txBody>
        </p:sp>
        <p:sp>
          <p:nvSpPr>
            <p:cNvPr id="25" name="Shape 26">
              <a:extLst>
                <a:ext uri="{FF2B5EF4-FFF2-40B4-BE49-F238E27FC236}">
                  <a16:creationId xmlns:a16="http://schemas.microsoft.com/office/drawing/2014/main" id="{04169F79-F077-6331-DD87-2C45B0DFA820}"/>
                </a:ext>
              </a:extLst>
            </p:cNvPr>
            <p:cNvSpPr/>
            <p:nvPr/>
          </p:nvSpPr>
          <p:spPr>
            <a:xfrm>
              <a:off x="6217920" y="4601673"/>
              <a:ext cx="1280160" cy="270183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800"/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6421C4CC-93F5-C254-C5D6-4D5223072A79}"/>
                </a:ext>
              </a:extLst>
            </p:cNvPr>
            <p:cNvSpPr/>
            <p:nvPr/>
          </p:nvSpPr>
          <p:spPr>
            <a:xfrm>
              <a:off x="6217920" y="4644319"/>
              <a:ext cx="1280160" cy="1701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bg1"/>
                  </a:solidFill>
                </a:rPr>
                <a:t>Theoretical Bound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952554A-1729-8F8F-C6A1-7DA1CBFE09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70985" y="4264526"/>
            <a:ext cx="8170127" cy="120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7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084A71B-BEF8-CB3E-0F3F-D442875FBDB2}"/>
              </a:ext>
            </a:extLst>
          </p:cNvPr>
          <p:cNvSpPr/>
          <p:nvPr/>
        </p:nvSpPr>
        <p:spPr>
          <a:xfrm>
            <a:off x="208154" y="2195338"/>
            <a:ext cx="8733040" cy="12793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75A4B8-AA9E-FFA5-CF78-614EA8C96550}"/>
              </a:ext>
            </a:extLst>
          </p:cNvPr>
          <p:cNvGrpSpPr/>
          <p:nvPr/>
        </p:nvGrpSpPr>
        <p:grpSpPr>
          <a:xfrm>
            <a:off x="0" y="0"/>
            <a:ext cx="9144000" cy="521208"/>
            <a:chOff x="0" y="0"/>
            <a:chExt cx="9144000" cy="658368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658368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274320" y="45720"/>
              <a:ext cx="85953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u="sng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PROBLEM DEFINITION — THE EW THREAT LANDSCAPE</a:t>
              </a:r>
              <a:endParaRPr lang="en-US" sz="20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274320" y="525371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Alone Is Insufficient For Covert Military Communication</a:t>
            </a:r>
            <a:endParaRPr lang="en-US" sz="1200" b="1" dirty="0">
              <a:solidFill>
                <a:srgbClr val="0000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496519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ANSHUMAN  |  Maj Ambuj Sharma (2502193004)  |  M.Tech AI-ML, CFDST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8154" y="2197290"/>
            <a:ext cx="192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RESEARCH PROBLEM: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0821" y="2510927"/>
            <a:ext cx="2147577" cy="61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communication waveform that simultaneously:</a:t>
            </a:r>
            <a:endParaRPr lang="en-US" sz="10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111E098-2CC5-04E6-CC0D-90D3888B1277}"/>
              </a:ext>
            </a:extLst>
          </p:cNvPr>
          <p:cNvGrpSpPr/>
          <p:nvPr/>
        </p:nvGrpSpPr>
        <p:grpSpPr>
          <a:xfrm>
            <a:off x="210312" y="863699"/>
            <a:ext cx="8723376" cy="912170"/>
            <a:chOff x="182880" y="914400"/>
            <a:chExt cx="8723376" cy="1060704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E2D948D-7E49-9038-AC28-4217D1E33B6F}"/>
                </a:ext>
              </a:extLst>
            </p:cNvPr>
            <p:cNvSpPr/>
            <p:nvPr/>
          </p:nvSpPr>
          <p:spPr>
            <a:xfrm>
              <a:off x="182880" y="914400"/>
              <a:ext cx="1554480" cy="777240"/>
            </a:xfrm>
            <a:prstGeom prst="rect">
              <a:avLst/>
            </a:prstGeom>
            <a:solidFill>
              <a:srgbClr val="142035"/>
            </a:solidFill>
            <a:ln w="19050">
              <a:solidFill>
                <a:srgbClr val="D94040"/>
              </a:solidFill>
              <a:prstDash val="solid"/>
            </a:ln>
          </p:spPr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57A8BFB0-6A2D-EF04-70FB-99E4BD3000C2}"/>
                </a:ext>
              </a:extLst>
            </p:cNvPr>
            <p:cNvSpPr/>
            <p:nvPr/>
          </p:nvSpPr>
          <p:spPr>
            <a:xfrm>
              <a:off x="182880" y="914400"/>
              <a:ext cx="1554480" cy="73152"/>
            </a:xfrm>
            <a:prstGeom prst="rect">
              <a:avLst/>
            </a:prstGeom>
            <a:solidFill>
              <a:srgbClr val="D94040"/>
            </a:solidFill>
            <a:ln w="12700">
              <a:solidFill>
                <a:srgbClr val="D94040"/>
              </a:solidFill>
              <a:prstDash val="solid"/>
            </a:ln>
          </p:spPr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ED9C8AE8-3788-058F-37B7-97982A4E45D0}"/>
                </a:ext>
              </a:extLst>
            </p:cNvPr>
            <p:cNvSpPr/>
            <p:nvPr/>
          </p:nvSpPr>
          <p:spPr>
            <a:xfrm>
              <a:off x="256032" y="1005840"/>
              <a:ext cx="29260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D94040"/>
                  </a:solidFill>
                </a:rPr>
                <a:t>1</a:t>
              </a:r>
              <a:endParaRPr lang="en-US" sz="1800" dirty="0"/>
            </a:p>
          </p:txBody>
        </p:sp>
        <p:sp>
          <p:nvSpPr>
            <p:cNvPr id="44" name="Text 7">
              <a:extLst>
                <a:ext uri="{FF2B5EF4-FFF2-40B4-BE49-F238E27FC236}">
                  <a16:creationId xmlns:a16="http://schemas.microsoft.com/office/drawing/2014/main" id="{297CAC14-81DA-3F7C-3133-52B67FCE6176}"/>
                </a:ext>
              </a:extLst>
            </p:cNvPr>
            <p:cNvSpPr/>
            <p:nvPr/>
          </p:nvSpPr>
          <p:spPr>
            <a:xfrm>
              <a:off x="566928" y="100584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Signal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4CCBD47B-E444-805B-CF0D-C8D1E34FB406}"/>
                </a:ext>
              </a:extLst>
            </p:cNvPr>
            <p:cNvSpPr/>
            <p:nvPr/>
          </p:nvSpPr>
          <p:spPr>
            <a:xfrm>
              <a:off x="182880" y="1719072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/>
                <a:t>RF energy above noise floor</a:t>
              </a:r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69121BCF-B792-3C61-5D81-C283F9C06EBE}"/>
                </a:ext>
              </a:extLst>
            </p:cNvPr>
            <p:cNvSpPr/>
            <p:nvPr/>
          </p:nvSpPr>
          <p:spPr>
            <a:xfrm>
              <a:off x="1755648" y="121615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94040"/>
                  </a:solidFill>
                </a:rPr>
                <a:t>▶</a:t>
              </a:r>
              <a:endParaRPr lang="en-US" sz="900" dirty="0"/>
            </a:p>
          </p:txBody>
        </p:sp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3CFAE887-31D1-0256-D9F7-0DEE6FB12BFE}"/>
                </a:ext>
              </a:extLst>
            </p:cNvPr>
            <p:cNvSpPr/>
            <p:nvPr/>
          </p:nvSpPr>
          <p:spPr>
            <a:xfrm>
              <a:off x="1975104" y="914400"/>
              <a:ext cx="1554480" cy="777240"/>
            </a:xfrm>
            <a:prstGeom prst="rect">
              <a:avLst/>
            </a:prstGeom>
            <a:solidFill>
              <a:srgbClr val="142035"/>
            </a:solidFill>
            <a:ln w="19050">
              <a:solidFill>
                <a:srgbClr val="D06020"/>
              </a:solidFill>
              <a:prstDash val="solid"/>
            </a:ln>
          </p:spPr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F857677-67B6-AA66-0E9D-F4D9F148A15E}"/>
                </a:ext>
              </a:extLst>
            </p:cNvPr>
            <p:cNvSpPr/>
            <p:nvPr/>
          </p:nvSpPr>
          <p:spPr>
            <a:xfrm>
              <a:off x="1975104" y="914400"/>
              <a:ext cx="1554480" cy="73152"/>
            </a:xfrm>
            <a:prstGeom prst="rect">
              <a:avLst/>
            </a:prstGeom>
            <a:solidFill>
              <a:srgbClr val="D06020"/>
            </a:solidFill>
            <a:ln w="12700">
              <a:solidFill>
                <a:srgbClr val="D06020"/>
              </a:solidFill>
              <a:prstDash val="solid"/>
            </a:ln>
          </p:spPr>
        </p:sp>
        <p:sp>
          <p:nvSpPr>
            <p:cNvPr id="49" name="Text 12">
              <a:extLst>
                <a:ext uri="{FF2B5EF4-FFF2-40B4-BE49-F238E27FC236}">
                  <a16:creationId xmlns:a16="http://schemas.microsoft.com/office/drawing/2014/main" id="{066E6E72-E98F-8068-E1B6-5E7951CAA286}"/>
                </a:ext>
              </a:extLst>
            </p:cNvPr>
            <p:cNvSpPr/>
            <p:nvPr/>
          </p:nvSpPr>
          <p:spPr>
            <a:xfrm>
              <a:off x="2048256" y="1005840"/>
              <a:ext cx="29260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D06020"/>
                  </a:solidFill>
                </a:rPr>
                <a:t>2</a:t>
              </a:r>
              <a:endParaRPr lang="en-US" sz="1800" dirty="0"/>
            </a:p>
          </p:txBody>
        </p:sp>
        <p:sp>
          <p:nvSpPr>
            <p:cNvPr id="50" name="Text 13">
              <a:extLst>
                <a:ext uri="{FF2B5EF4-FFF2-40B4-BE49-F238E27FC236}">
                  <a16:creationId xmlns:a16="http://schemas.microsoft.com/office/drawing/2014/main" id="{C9CF5003-F5E3-E987-68C5-411053A45409}"/>
                </a:ext>
              </a:extLst>
            </p:cNvPr>
            <p:cNvSpPr/>
            <p:nvPr/>
          </p:nvSpPr>
          <p:spPr>
            <a:xfrm>
              <a:off x="2359152" y="100584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Direction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Finding (DF)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14">
              <a:extLst>
                <a:ext uri="{FF2B5EF4-FFF2-40B4-BE49-F238E27FC236}">
                  <a16:creationId xmlns:a16="http://schemas.microsoft.com/office/drawing/2014/main" id="{D8E08B45-3B56-F09F-0E99-1D27E29708E4}"/>
                </a:ext>
              </a:extLst>
            </p:cNvPr>
            <p:cNvSpPr/>
            <p:nvPr/>
          </p:nvSpPr>
          <p:spPr>
            <a:xfrm>
              <a:off x="1975104" y="1719072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/>
                <a:t>Triangulate source location</a:t>
              </a:r>
            </a:p>
          </p:txBody>
        </p:sp>
        <p:sp>
          <p:nvSpPr>
            <p:cNvPr id="52" name="Text 15">
              <a:extLst>
                <a:ext uri="{FF2B5EF4-FFF2-40B4-BE49-F238E27FC236}">
                  <a16:creationId xmlns:a16="http://schemas.microsoft.com/office/drawing/2014/main" id="{AD8BB58F-1FDA-A6C2-DBCE-515895C58D60}"/>
                </a:ext>
              </a:extLst>
            </p:cNvPr>
            <p:cNvSpPr/>
            <p:nvPr/>
          </p:nvSpPr>
          <p:spPr>
            <a:xfrm>
              <a:off x="3547872" y="121615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94040"/>
                  </a:solidFill>
                </a:rPr>
                <a:t>▶</a:t>
              </a:r>
              <a:endParaRPr lang="en-US" sz="900" dirty="0"/>
            </a:p>
          </p:txBody>
        </p:sp>
        <p:sp>
          <p:nvSpPr>
            <p:cNvPr id="53" name="Shape 16">
              <a:extLst>
                <a:ext uri="{FF2B5EF4-FFF2-40B4-BE49-F238E27FC236}">
                  <a16:creationId xmlns:a16="http://schemas.microsoft.com/office/drawing/2014/main" id="{B6952E25-5383-1C13-1D8B-C29299D7F8C4}"/>
                </a:ext>
              </a:extLst>
            </p:cNvPr>
            <p:cNvSpPr/>
            <p:nvPr/>
          </p:nvSpPr>
          <p:spPr>
            <a:xfrm>
              <a:off x="3767328" y="914400"/>
              <a:ext cx="1554480" cy="777240"/>
            </a:xfrm>
            <a:prstGeom prst="rect">
              <a:avLst/>
            </a:prstGeom>
            <a:solidFill>
              <a:srgbClr val="142035"/>
            </a:solidFill>
            <a:ln w="19050">
              <a:solidFill>
                <a:srgbClr val="C08010"/>
              </a:solidFill>
              <a:prstDash val="solid"/>
            </a:ln>
          </p:spPr>
        </p:sp>
        <p:sp>
          <p:nvSpPr>
            <p:cNvPr id="54" name="Shape 17">
              <a:extLst>
                <a:ext uri="{FF2B5EF4-FFF2-40B4-BE49-F238E27FC236}">
                  <a16:creationId xmlns:a16="http://schemas.microsoft.com/office/drawing/2014/main" id="{5BA65371-33F9-EBDD-EF48-B2879A5017A3}"/>
                </a:ext>
              </a:extLst>
            </p:cNvPr>
            <p:cNvSpPr/>
            <p:nvPr/>
          </p:nvSpPr>
          <p:spPr>
            <a:xfrm>
              <a:off x="3767328" y="914400"/>
              <a:ext cx="1554480" cy="73152"/>
            </a:xfrm>
            <a:prstGeom prst="rect">
              <a:avLst/>
            </a:prstGeom>
            <a:solidFill>
              <a:srgbClr val="C08010"/>
            </a:solidFill>
            <a:ln w="12700">
              <a:solidFill>
                <a:srgbClr val="C08010"/>
              </a:solidFill>
              <a:prstDash val="solid"/>
            </a:ln>
          </p:spPr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9B42803D-BB6B-3717-3552-F7A1E29916AC}"/>
                </a:ext>
              </a:extLst>
            </p:cNvPr>
            <p:cNvSpPr/>
            <p:nvPr/>
          </p:nvSpPr>
          <p:spPr>
            <a:xfrm>
              <a:off x="3840480" y="1005840"/>
              <a:ext cx="29260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C08010"/>
                  </a:solidFill>
                </a:rPr>
                <a:t>3</a:t>
              </a:r>
              <a:endParaRPr lang="en-US" sz="1800" dirty="0"/>
            </a:p>
          </p:txBody>
        </p:sp>
        <p:sp>
          <p:nvSpPr>
            <p:cNvPr id="56" name="Text 19">
              <a:extLst>
                <a:ext uri="{FF2B5EF4-FFF2-40B4-BE49-F238E27FC236}">
                  <a16:creationId xmlns:a16="http://schemas.microsoft.com/office/drawing/2014/main" id="{92643F6E-C016-92EB-3F2C-877200C8E846}"/>
                </a:ext>
              </a:extLst>
            </p:cNvPr>
            <p:cNvSpPr/>
            <p:nvPr/>
          </p:nvSpPr>
          <p:spPr>
            <a:xfrm>
              <a:off x="4151376" y="100584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Traffic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Analysis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BC48193D-E969-3687-36CE-F79C2D2BA691}"/>
                </a:ext>
              </a:extLst>
            </p:cNvPr>
            <p:cNvSpPr/>
            <p:nvPr/>
          </p:nvSpPr>
          <p:spPr>
            <a:xfrm>
              <a:off x="3767328" y="1719072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/>
                <a:t>Pattern + timing exploitation</a:t>
              </a:r>
            </a:p>
          </p:txBody>
        </p:sp>
        <p:sp>
          <p:nvSpPr>
            <p:cNvPr id="58" name="Text 21">
              <a:extLst>
                <a:ext uri="{FF2B5EF4-FFF2-40B4-BE49-F238E27FC236}">
                  <a16:creationId xmlns:a16="http://schemas.microsoft.com/office/drawing/2014/main" id="{B9907108-3229-FDC5-4705-7F0FCB8EA5D7}"/>
                </a:ext>
              </a:extLst>
            </p:cNvPr>
            <p:cNvSpPr/>
            <p:nvPr/>
          </p:nvSpPr>
          <p:spPr>
            <a:xfrm>
              <a:off x="5340096" y="121615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94040"/>
                  </a:solidFill>
                </a:rPr>
                <a:t>▶</a:t>
              </a:r>
              <a:endParaRPr lang="en-US" sz="900" dirty="0"/>
            </a:p>
          </p:txBody>
        </p:sp>
        <p:sp>
          <p:nvSpPr>
            <p:cNvPr id="59" name="Shape 22">
              <a:extLst>
                <a:ext uri="{FF2B5EF4-FFF2-40B4-BE49-F238E27FC236}">
                  <a16:creationId xmlns:a16="http://schemas.microsoft.com/office/drawing/2014/main" id="{763015A5-AFB7-5074-93CD-FB0C2E8C1BAF}"/>
                </a:ext>
              </a:extLst>
            </p:cNvPr>
            <p:cNvSpPr/>
            <p:nvPr/>
          </p:nvSpPr>
          <p:spPr>
            <a:xfrm>
              <a:off x="5559552" y="914400"/>
              <a:ext cx="1554480" cy="777240"/>
            </a:xfrm>
            <a:prstGeom prst="rect">
              <a:avLst/>
            </a:prstGeom>
            <a:solidFill>
              <a:srgbClr val="142035"/>
            </a:solidFill>
            <a:ln w="19050">
              <a:solidFill>
                <a:srgbClr val="8040C0"/>
              </a:solidFill>
              <a:prstDash val="solid"/>
            </a:ln>
          </p:spPr>
        </p:sp>
        <p:sp>
          <p:nvSpPr>
            <p:cNvPr id="60" name="Shape 23">
              <a:extLst>
                <a:ext uri="{FF2B5EF4-FFF2-40B4-BE49-F238E27FC236}">
                  <a16:creationId xmlns:a16="http://schemas.microsoft.com/office/drawing/2014/main" id="{F0F881A0-5DC1-7C11-D1BD-80A28F9DF0F4}"/>
                </a:ext>
              </a:extLst>
            </p:cNvPr>
            <p:cNvSpPr/>
            <p:nvPr/>
          </p:nvSpPr>
          <p:spPr>
            <a:xfrm>
              <a:off x="5559552" y="914400"/>
              <a:ext cx="1554480" cy="73152"/>
            </a:xfrm>
            <a:prstGeom prst="rect">
              <a:avLst/>
            </a:prstGeom>
            <a:solidFill>
              <a:srgbClr val="8040C0"/>
            </a:solidFill>
            <a:ln w="12700">
              <a:solidFill>
                <a:srgbClr val="8040C0"/>
              </a:solidFill>
              <a:prstDash val="solid"/>
            </a:ln>
          </p:spPr>
        </p:sp>
        <p:sp>
          <p:nvSpPr>
            <p:cNvPr id="61" name="Text 24">
              <a:extLst>
                <a:ext uri="{FF2B5EF4-FFF2-40B4-BE49-F238E27FC236}">
                  <a16:creationId xmlns:a16="http://schemas.microsoft.com/office/drawing/2014/main" id="{A3B599E4-53F6-DA25-8650-980A830B032D}"/>
                </a:ext>
              </a:extLst>
            </p:cNvPr>
            <p:cNvSpPr/>
            <p:nvPr/>
          </p:nvSpPr>
          <p:spPr>
            <a:xfrm>
              <a:off x="5632704" y="1005840"/>
              <a:ext cx="29260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8040C0"/>
                  </a:solidFill>
                </a:rPr>
                <a:t>4</a:t>
              </a:r>
              <a:endParaRPr lang="en-US" sz="1800" dirty="0"/>
            </a:p>
          </p:txBody>
        </p:sp>
        <p:sp>
          <p:nvSpPr>
            <p:cNvPr id="62" name="Text 25">
              <a:extLst>
                <a:ext uri="{FF2B5EF4-FFF2-40B4-BE49-F238E27FC236}">
                  <a16:creationId xmlns:a16="http://schemas.microsoft.com/office/drawing/2014/main" id="{6482B618-B560-A643-7E16-343AC6E238C0}"/>
                </a:ext>
              </a:extLst>
            </p:cNvPr>
            <p:cNvSpPr/>
            <p:nvPr/>
          </p:nvSpPr>
          <p:spPr>
            <a:xfrm>
              <a:off x="5943600" y="100584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AI-Based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Classification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 26">
              <a:extLst>
                <a:ext uri="{FF2B5EF4-FFF2-40B4-BE49-F238E27FC236}">
                  <a16:creationId xmlns:a16="http://schemas.microsoft.com/office/drawing/2014/main" id="{C8820C75-32AE-C6E5-484D-CADE9468C6C1}"/>
                </a:ext>
              </a:extLst>
            </p:cNvPr>
            <p:cNvSpPr/>
            <p:nvPr/>
          </p:nvSpPr>
          <p:spPr>
            <a:xfrm>
              <a:off x="5559552" y="1719072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/>
                <a:t>CNN identifies waveform type</a:t>
              </a:r>
            </a:p>
          </p:txBody>
        </p:sp>
        <p:sp>
          <p:nvSpPr>
            <p:cNvPr id="64" name="Text 27">
              <a:extLst>
                <a:ext uri="{FF2B5EF4-FFF2-40B4-BE49-F238E27FC236}">
                  <a16:creationId xmlns:a16="http://schemas.microsoft.com/office/drawing/2014/main" id="{A9164474-D425-C189-B3A3-9F2971FF4D58}"/>
                </a:ext>
              </a:extLst>
            </p:cNvPr>
            <p:cNvSpPr/>
            <p:nvPr/>
          </p:nvSpPr>
          <p:spPr>
            <a:xfrm>
              <a:off x="7132320" y="1216152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D94040"/>
                  </a:solidFill>
                </a:rPr>
                <a:t>▶</a:t>
              </a:r>
              <a:endParaRPr lang="en-US" sz="900" dirty="0"/>
            </a:p>
          </p:txBody>
        </p:sp>
        <p:sp>
          <p:nvSpPr>
            <p:cNvPr id="65" name="Shape 28">
              <a:extLst>
                <a:ext uri="{FF2B5EF4-FFF2-40B4-BE49-F238E27FC236}">
                  <a16:creationId xmlns:a16="http://schemas.microsoft.com/office/drawing/2014/main" id="{4EE05D04-4C8D-41B6-9C4C-36BCB6C47300}"/>
                </a:ext>
              </a:extLst>
            </p:cNvPr>
            <p:cNvSpPr/>
            <p:nvPr/>
          </p:nvSpPr>
          <p:spPr>
            <a:xfrm>
              <a:off x="7351776" y="914400"/>
              <a:ext cx="1554480" cy="777240"/>
            </a:xfrm>
            <a:prstGeom prst="rect">
              <a:avLst/>
            </a:prstGeom>
            <a:solidFill>
              <a:srgbClr val="142035"/>
            </a:solidFill>
            <a:ln w="19050">
              <a:solidFill>
                <a:srgbClr val="D94040"/>
              </a:solidFill>
              <a:prstDash val="solid"/>
            </a:ln>
          </p:spPr>
        </p:sp>
        <p:sp>
          <p:nvSpPr>
            <p:cNvPr id="66" name="Shape 29">
              <a:extLst>
                <a:ext uri="{FF2B5EF4-FFF2-40B4-BE49-F238E27FC236}">
                  <a16:creationId xmlns:a16="http://schemas.microsoft.com/office/drawing/2014/main" id="{A7FECB04-7B69-F365-B07D-EA5EDF7FAD94}"/>
                </a:ext>
              </a:extLst>
            </p:cNvPr>
            <p:cNvSpPr/>
            <p:nvPr/>
          </p:nvSpPr>
          <p:spPr>
            <a:xfrm>
              <a:off x="7351776" y="914400"/>
              <a:ext cx="1554480" cy="73152"/>
            </a:xfrm>
            <a:prstGeom prst="rect">
              <a:avLst/>
            </a:prstGeom>
            <a:solidFill>
              <a:srgbClr val="D94040"/>
            </a:solidFill>
            <a:ln w="12700">
              <a:solidFill>
                <a:srgbClr val="D94040"/>
              </a:solidFill>
              <a:prstDash val="solid"/>
            </a:ln>
          </p:spPr>
        </p:sp>
        <p:sp>
          <p:nvSpPr>
            <p:cNvPr id="67" name="Text 30">
              <a:extLst>
                <a:ext uri="{FF2B5EF4-FFF2-40B4-BE49-F238E27FC236}">
                  <a16:creationId xmlns:a16="http://schemas.microsoft.com/office/drawing/2014/main" id="{5D1B968F-DB91-58BB-1768-0A51F7AB840A}"/>
                </a:ext>
              </a:extLst>
            </p:cNvPr>
            <p:cNvSpPr/>
            <p:nvPr/>
          </p:nvSpPr>
          <p:spPr>
            <a:xfrm>
              <a:off x="7424928" y="1005840"/>
              <a:ext cx="29260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D94040"/>
                  </a:solidFill>
                </a:rPr>
                <a:t>5</a:t>
              </a:r>
              <a:endParaRPr lang="en-US" sz="1800" dirty="0"/>
            </a:p>
          </p:txBody>
        </p:sp>
        <p:sp>
          <p:nvSpPr>
            <p:cNvPr id="68" name="Text 31">
              <a:extLst>
                <a:ext uri="{FF2B5EF4-FFF2-40B4-BE49-F238E27FC236}">
                  <a16:creationId xmlns:a16="http://schemas.microsoft.com/office/drawing/2014/main" id="{183181D5-A54B-7E4E-3C88-BE52FC5550BE}"/>
                </a:ext>
              </a:extLst>
            </p:cNvPr>
            <p:cNvSpPr/>
            <p:nvPr/>
          </p:nvSpPr>
          <p:spPr>
            <a:xfrm>
              <a:off x="7735824" y="100584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Jam /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Intercept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 32">
              <a:extLst>
                <a:ext uri="{FF2B5EF4-FFF2-40B4-BE49-F238E27FC236}">
                  <a16:creationId xmlns:a16="http://schemas.microsoft.com/office/drawing/2014/main" id="{43765145-A710-55D6-2799-21FFAD25CD7F}"/>
                </a:ext>
              </a:extLst>
            </p:cNvPr>
            <p:cNvSpPr/>
            <p:nvPr/>
          </p:nvSpPr>
          <p:spPr>
            <a:xfrm>
              <a:off x="7351776" y="1719072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/>
                <a:t>Targeted denial or interception</a:t>
              </a:r>
            </a:p>
          </p:txBody>
        </p:sp>
      </p:grpSp>
      <p:sp>
        <p:nvSpPr>
          <p:cNvPr id="71" name="Shape 33">
            <a:extLst>
              <a:ext uri="{FF2B5EF4-FFF2-40B4-BE49-F238E27FC236}">
                <a16:creationId xmlns:a16="http://schemas.microsoft.com/office/drawing/2014/main" id="{EAAA94C4-0E03-DFD5-F610-A6698C5D8D85}"/>
              </a:ext>
            </a:extLst>
          </p:cNvPr>
          <p:cNvSpPr/>
          <p:nvPr/>
        </p:nvSpPr>
        <p:spPr>
          <a:xfrm>
            <a:off x="0" y="1825752"/>
            <a:ext cx="9144000" cy="2909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CD81C720-A02E-8FD5-45E0-FC867BF2A447}"/>
              </a:ext>
            </a:extLst>
          </p:cNvPr>
          <p:cNvSpPr/>
          <p:nvPr/>
        </p:nvSpPr>
        <p:spPr>
          <a:xfrm>
            <a:off x="0" y="1825752"/>
            <a:ext cx="9143999" cy="2909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⚠  Even AES-encrypted signals are DETECTABLE — the ciphertext pattern is still statistically non-Gaussian. Encryption secures CONTENT, not EXISTENCE.</a:t>
            </a:r>
          </a:p>
        </p:txBody>
      </p:sp>
      <p:graphicFrame>
        <p:nvGraphicFramePr>
          <p:cNvPr id="73" name="Diagram 72">
            <a:extLst>
              <a:ext uri="{FF2B5EF4-FFF2-40B4-BE49-F238E27FC236}">
                <a16:creationId xmlns:a16="http://schemas.microsoft.com/office/drawing/2014/main" id="{E2A7FCFF-A498-9005-B353-5FFA4DEC1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409088"/>
              </p:ext>
            </p:extLst>
          </p:nvPr>
        </p:nvGraphicFramePr>
        <p:xfrm>
          <a:off x="1709854" y="1825752"/>
          <a:ext cx="7223835" cy="1949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7" name="Group 76">
            <a:extLst>
              <a:ext uri="{FF2B5EF4-FFF2-40B4-BE49-F238E27FC236}">
                <a16:creationId xmlns:a16="http://schemas.microsoft.com/office/drawing/2014/main" id="{F4F7E9AD-13AD-B4AF-716C-E44899C0D679}"/>
              </a:ext>
            </a:extLst>
          </p:cNvPr>
          <p:cNvGrpSpPr/>
          <p:nvPr/>
        </p:nvGrpSpPr>
        <p:grpSpPr>
          <a:xfrm>
            <a:off x="320039" y="4050792"/>
            <a:ext cx="8503920" cy="1005840"/>
            <a:chOff x="274320" y="960120"/>
            <a:chExt cx="8503920" cy="1005840"/>
          </a:xfrm>
        </p:grpSpPr>
        <p:sp>
          <p:nvSpPr>
            <p:cNvPr id="78" name="Shape 5">
              <a:extLst>
                <a:ext uri="{FF2B5EF4-FFF2-40B4-BE49-F238E27FC236}">
                  <a16:creationId xmlns:a16="http://schemas.microsoft.com/office/drawing/2014/main" id="{B0ADEEB5-7B5D-E04C-E6C5-B10C73842F0F}"/>
                </a:ext>
              </a:extLst>
            </p:cNvPr>
            <p:cNvSpPr/>
            <p:nvPr/>
          </p:nvSpPr>
          <p:spPr>
            <a:xfrm>
              <a:off x="274320" y="960120"/>
              <a:ext cx="1920240" cy="1005840"/>
            </a:xfrm>
            <a:prstGeom prst="rect">
              <a:avLst/>
            </a:prstGeom>
            <a:solidFill>
              <a:srgbClr val="E8B4B8"/>
            </a:solidFill>
            <a:ln w="9525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sp>
        <p:sp>
          <p:nvSpPr>
            <p:cNvPr id="79" name="Text 6">
              <a:extLst>
                <a:ext uri="{FF2B5EF4-FFF2-40B4-BE49-F238E27FC236}">
                  <a16:creationId xmlns:a16="http://schemas.microsoft.com/office/drawing/2014/main" id="{7D68850E-1819-A490-E9D3-35F6899AECF2}"/>
                </a:ext>
              </a:extLst>
            </p:cNvPr>
            <p:cNvSpPr/>
            <p:nvPr/>
          </p:nvSpPr>
          <p:spPr>
            <a:xfrm>
              <a:off x="320040" y="100584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2800" dirty="0"/>
            </a:p>
          </p:txBody>
        </p:sp>
        <p:sp>
          <p:nvSpPr>
            <p:cNvPr id="80" name="Text 7">
              <a:extLst>
                <a:ext uri="{FF2B5EF4-FFF2-40B4-BE49-F238E27FC236}">
                  <a16:creationId xmlns:a16="http://schemas.microsoft.com/office/drawing/2014/main" id="{10F5ECBE-EEA4-6366-C014-A722611EB845}"/>
                </a:ext>
              </a:extLst>
            </p:cNvPr>
            <p:cNvSpPr/>
            <p:nvPr/>
          </p:nvSpPr>
          <p:spPr>
            <a:xfrm>
              <a:off x="320040" y="155448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BPSK detected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10 samples</a:t>
              </a:r>
              <a:endParaRPr lang="en-US" sz="850" dirty="0"/>
            </a:p>
          </p:txBody>
        </p:sp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F1B2FB4B-629F-F6CD-9701-9EB12E8173C6}"/>
                </a:ext>
              </a:extLst>
            </p:cNvPr>
            <p:cNvSpPr/>
            <p:nvPr/>
          </p:nvSpPr>
          <p:spPr>
            <a:xfrm>
              <a:off x="2468880" y="960120"/>
              <a:ext cx="1920240" cy="1005840"/>
            </a:xfrm>
            <a:prstGeom prst="rect">
              <a:avLst/>
            </a:prstGeom>
            <a:solidFill>
              <a:srgbClr val="D6EDD6"/>
            </a:solidFill>
            <a:ln w="9525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sp>
        <p:sp>
          <p:nvSpPr>
            <p:cNvPr id="82" name="Text 9">
              <a:extLst>
                <a:ext uri="{FF2B5EF4-FFF2-40B4-BE49-F238E27FC236}">
                  <a16:creationId xmlns:a16="http://schemas.microsoft.com/office/drawing/2014/main" id="{CE17FABB-E3E9-524B-FC38-B68B8146705A}"/>
                </a:ext>
              </a:extLst>
            </p:cNvPr>
            <p:cNvSpPr/>
            <p:nvPr/>
          </p:nvSpPr>
          <p:spPr>
            <a:xfrm>
              <a:off x="2514600" y="100584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58.2%</a:t>
              </a:r>
              <a:endParaRPr lang="en-US" sz="2800" dirty="0"/>
            </a:p>
          </p:txBody>
        </p:sp>
        <p:sp>
          <p:nvSpPr>
            <p:cNvPr id="83" name="Text 10">
              <a:extLst>
                <a:ext uri="{FF2B5EF4-FFF2-40B4-BE49-F238E27FC236}">
                  <a16:creationId xmlns:a16="http://schemas.microsoft.com/office/drawing/2014/main" id="{E1DB0BF0-7D8B-1282-4A3B-CFEF574C3BF8}"/>
                </a:ext>
              </a:extLst>
            </p:cNvPr>
            <p:cNvSpPr/>
            <p:nvPr/>
          </p:nvSpPr>
          <p:spPr>
            <a:xfrm>
              <a:off x="2514600" y="155448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ANSHUMAN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detection (target &lt; 60%)</a:t>
              </a:r>
              <a:endParaRPr lang="en-US" sz="850" dirty="0"/>
            </a:p>
          </p:txBody>
        </p:sp>
        <p:sp>
          <p:nvSpPr>
            <p:cNvPr id="84" name="Shape 11">
              <a:extLst>
                <a:ext uri="{FF2B5EF4-FFF2-40B4-BE49-F238E27FC236}">
                  <a16:creationId xmlns:a16="http://schemas.microsoft.com/office/drawing/2014/main" id="{FCEA7984-D3FC-43B7-CF86-AF480A53796A}"/>
                </a:ext>
              </a:extLst>
            </p:cNvPr>
            <p:cNvSpPr/>
            <p:nvPr/>
          </p:nvSpPr>
          <p:spPr>
            <a:xfrm>
              <a:off x="4663440" y="960120"/>
              <a:ext cx="1920240" cy="1005840"/>
            </a:xfrm>
            <a:prstGeom prst="rect">
              <a:avLst/>
            </a:prstGeom>
            <a:solidFill>
              <a:srgbClr val="D6E8F5"/>
            </a:solidFill>
            <a:ln w="9525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sp>
        <p:sp>
          <p:nvSpPr>
            <p:cNvPr id="85" name="Text 12">
              <a:extLst>
                <a:ext uri="{FF2B5EF4-FFF2-40B4-BE49-F238E27FC236}">
                  <a16:creationId xmlns:a16="http://schemas.microsoft.com/office/drawing/2014/main" id="{3CEC41F8-C2FB-C196-059B-95D1C5616D25}"/>
                </a:ext>
              </a:extLst>
            </p:cNvPr>
            <p:cNvSpPr/>
            <p:nvPr/>
          </p:nvSpPr>
          <p:spPr>
            <a:xfrm>
              <a:off x="4709160" y="100584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-5 dB</a:t>
              </a:r>
              <a:endParaRPr lang="en-US" sz="2800" dirty="0"/>
            </a:p>
          </p:txBody>
        </p:sp>
        <p:sp>
          <p:nvSpPr>
            <p:cNvPr id="86" name="Text 13">
              <a:extLst>
                <a:ext uri="{FF2B5EF4-FFF2-40B4-BE49-F238E27FC236}">
                  <a16:creationId xmlns:a16="http://schemas.microsoft.com/office/drawing/2014/main" id="{17123960-7902-803B-016D-E3C603701432}"/>
                </a:ext>
              </a:extLst>
            </p:cNvPr>
            <p:cNvSpPr/>
            <p:nvPr/>
          </p:nvSpPr>
          <p:spPr>
            <a:xfrm>
              <a:off x="4709160" y="155448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Operating SNR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(below noise floor)</a:t>
              </a:r>
              <a:endParaRPr lang="en-US" sz="850" dirty="0"/>
            </a:p>
          </p:txBody>
        </p:sp>
        <p:sp>
          <p:nvSpPr>
            <p:cNvPr id="87" name="Shape 14">
              <a:extLst>
                <a:ext uri="{FF2B5EF4-FFF2-40B4-BE49-F238E27FC236}">
                  <a16:creationId xmlns:a16="http://schemas.microsoft.com/office/drawing/2014/main" id="{DA8BA253-C27A-D62B-3EA9-463862BA8EFF}"/>
                </a:ext>
              </a:extLst>
            </p:cNvPr>
            <p:cNvSpPr/>
            <p:nvPr/>
          </p:nvSpPr>
          <p:spPr>
            <a:xfrm>
              <a:off x="6858000" y="960120"/>
              <a:ext cx="1920240" cy="1005840"/>
            </a:xfrm>
            <a:prstGeom prst="rect">
              <a:avLst/>
            </a:prstGeom>
            <a:solidFill>
              <a:srgbClr val="E6E0F0"/>
            </a:solidFill>
            <a:ln w="9525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sp>
        <p:sp>
          <p:nvSpPr>
            <p:cNvPr id="88" name="Text 15">
              <a:extLst>
                <a:ext uri="{FF2B5EF4-FFF2-40B4-BE49-F238E27FC236}">
                  <a16:creationId xmlns:a16="http://schemas.microsoft.com/office/drawing/2014/main" id="{81B60478-1C98-9765-4C15-25D3B3D96346}"/>
                </a:ext>
              </a:extLst>
            </p:cNvPr>
            <p:cNvSpPr/>
            <p:nvPr/>
          </p:nvSpPr>
          <p:spPr>
            <a:xfrm>
              <a:off x="6903720" y="100584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</a:t>
              </a:r>
              <a:endParaRPr lang="en-US" sz="2800" dirty="0"/>
            </a:p>
          </p:txBody>
        </p:sp>
        <p:sp>
          <p:nvSpPr>
            <p:cNvPr id="89" name="Text 16">
              <a:extLst>
                <a:ext uri="{FF2B5EF4-FFF2-40B4-BE49-F238E27FC236}">
                  <a16:creationId xmlns:a16="http://schemas.microsoft.com/office/drawing/2014/main" id="{7609BBB4-15B9-AE0B-10F9-BD5BBAC5DD53}"/>
                </a:ext>
              </a:extLst>
            </p:cNvPr>
            <p:cNvSpPr/>
            <p:nvPr/>
          </p:nvSpPr>
          <p:spPr>
            <a:xfrm>
              <a:off x="6903720" y="155448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EW Detection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Domains evaluated</a:t>
              </a:r>
              <a:endParaRPr lang="en-US" sz="850" dirty="0"/>
            </a:p>
          </p:txBody>
        </p:sp>
      </p:grpSp>
      <p:sp>
        <p:nvSpPr>
          <p:cNvPr id="90" name="Text 2">
            <a:extLst>
              <a:ext uri="{FF2B5EF4-FFF2-40B4-BE49-F238E27FC236}">
                <a16:creationId xmlns:a16="http://schemas.microsoft.com/office/drawing/2014/main" id="{B9386121-9B08-FD7E-F6EC-51658C27A22E}"/>
              </a:ext>
            </a:extLst>
          </p:cNvPr>
          <p:cNvSpPr/>
          <p:nvPr/>
        </p:nvSpPr>
        <p:spPr>
          <a:xfrm>
            <a:off x="89210" y="3648451"/>
            <a:ext cx="9054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</a:t>
            </a:r>
            <a:r>
              <a:rPr lang="en-US" sz="12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Anshuman Findings</a:t>
            </a:r>
            <a:endParaRPr lang="en-US" sz="1200" b="1" u="sng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 DEFINITION — AIM &amp; SCOPE OF WORK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575452"/>
            <a:ext cx="8412480" cy="7680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t"/>
          <a:lstStyle/>
          <a:p>
            <a:pPr algn="ctr"/>
            <a:r>
              <a:rPr lang="en-US" sz="120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AIM</a:t>
            </a:r>
          </a:p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Develop A Deployable AI-driven LPI Waveform Generation System Enabling Encrypted Audio/Message Transmission Over SDRs — Indistinguishable From Noise — For Covert Operations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37360" y="19202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257860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32369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38953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1851347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23697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575452"/>
            <a:ext cx="91440" cy="75819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98ABA343-74CD-2D8F-C343-85835E338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5692944"/>
              </p:ext>
            </p:extLst>
          </p:nvPr>
        </p:nvGraphicFramePr>
        <p:xfrm>
          <a:off x="247389" y="1710929"/>
          <a:ext cx="4417304" cy="3125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4" name="Text 35">
            <a:extLst>
              <a:ext uri="{FF2B5EF4-FFF2-40B4-BE49-F238E27FC236}">
                <a16:creationId xmlns:a16="http://schemas.microsoft.com/office/drawing/2014/main" id="{F418B72C-7241-1510-0D11-A39CFF335A66}"/>
              </a:ext>
            </a:extLst>
          </p:cNvPr>
          <p:cNvSpPr/>
          <p:nvPr/>
        </p:nvSpPr>
        <p:spPr>
          <a:xfrm>
            <a:off x="3657340" y="1392519"/>
            <a:ext cx="192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SCOPE</a:t>
            </a:r>
            <a:endParaRPr lang="en-US" sz="1200" u="sng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FD7DF877-8B35-AE96-91A4-2051677F74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823181"/>
              </p:ext>
            </p:extLst>
          </p:nvPr>
        </p:nvGraphicFramePr>
        <p:xfrm>
          <a:off x="6001220" y="1819530"/>
          <a:ext cx="2868460" cy="29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6" name="Shape 16"/>
          <p:cNvSpPr/>
          <p:nvPr/>
        </p:nvSpPr>
        <p:spPr>
          <a:xfrm>
            <a:off x="228600" y="4976089"/>
            <a:ext cx="8686800" cy="1554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17"/>
          <p:cNvSpPr/>
          <p:nvPr/>
        </p:nvSpPr>
        <p:spPr>
          <a:xfrm>
            <a:off x="228600" y="4976089"/>
            <a:ext cx="8686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ANSHUMAN = Noise Modelling + Adversarial Training + Statistical Verification + Hardware Validation — Four pillars, one deployable system</a:t>
            </a:r>
            <a:endParaRPr lang="en-US" sz="100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9085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MILESTONES &amp; DELIVERABLES — MILITARY &amp; ACADEMIC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0916" y="611688"/>
            <a:ext cx="2927756" cy="226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u="sng" dirty="0">
                <a:solidFill>
                  <a:srgbClr val="4A7F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MILITARY DELIVERABLES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4" name="Diagram 53">
            <a:extLst>
              <a:ext uri="{FF2B5EF4-FFF2-40B4-BE49-F238E27FC236}">
                <a16:creationId xmlns:a16="http://schemas.microsoft.com/office/drawing/2014/main" id="{E647B154-F0FA-C856-05AD-28F0DED21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7062641"/>
              </p:ext>
            </p:extLst>
          </p:nvPr>
        </p:nvGraphicFramePr>
        <p:xfrm>
          <a:off x="148554" y="1008925"/>
          <a:ext cx="4655177" cy="3971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6" name="Text 2">
            <a:extLst>
              <a:ext uri="{FF2B5EF4-FFF2-40B4-BE49-F238E27FC236}">
                <a16:creationId xmlns:a16="http://schemas.microsoft.com/office/drawing/2014/main" id="{386A77FD-9ACF-C09D-B615-69E5CBFAFCB6}"/>
              </a:ext>
            </a:extLst>
          </p:cNvPr>
          <p:cNvSpPr/>
          <p:nvPr/>
        </p:nvSpPr>
        <p:spPr>
          <a:xfrm>
            <a:off x="6598598" y="544805"/>
            <a:ext cx="2271082" cy="353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u="sng" dirty="0">
                <a:solidFill>
                  <a:srgbClr val="4A7F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ACADEMIC DELIVERABLES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1" name="Diagram 80">
            <a:extLst>
              <a:ext uri="{FF2B5EF4-FFF2-40B4-BE49-F238E27FC236}">
                <a16:creationId xmlns:a16="http://schemas.microsoft.com/office/drawing/2014/main" id="{CAE6A8E4-4D5E-B207-1F38-D528703DC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175638"/>
              </p:ext>
            </p:extLst>
          </p:nvPr>
        </p:nvGraphicFramePr>
        <p:xfrm>
          <a:off x="5830865" y="864876"/>
          <a:ext cx="3548689" cy="364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006A-3609-823A-D69E-48707A4D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2A2422-957A-118F-2729-7B3D990C700F}"/>
              </a:ext>
            </a:extLst>
          </p:cNvPr>
          <p:cNvSpPr/>
          <p:nvPr/>
        </p:nvSpPr>
        <p:spPr>
          <a:xfrm>
            <a:off x="0" y="0"/>
            <a:ext cx="9144000" cy="467229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E5BD89-D9D8-554E-8D81-B32100BC1A3A}"/>
              </a:ext>
            </a:extLst>
          </p:cNvPr>
          <p:cNvSpPr/>
          <p:nvPr/>
        </p:nvSpPr>
        <p:spPr>
          <a:xfrm>
            <a:off x="274320" y="4572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ACHIEVED/PROPOSED TIMELINE — IMPLEMENTATION PHASES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619E4CC-EBB3-B99F-E1EF-670E6974179D}"/>
              </a:ext>
            </a:extLst>
          </p:cNvPr>
          <p:cNvGrpSpPr/>
          <p:nvPr/>
        </p:nvGrpSpPr>
        <p:grpSpPr>
          <a:xfrm>
            <a:off x="51206" y="531289"/>
            <a:ext cx="8961120" cy="2402047"/>
            <a:chOff x="51206" y="902989"/>
            <a:chExt cx="8961120" cy="2402047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476C406-48B2-ECFE-5622-AA551A75739C}"/>
                </a:ext>
              </a:extLst>
            </p:cNvPr>
            <p:cNvGrpSpPr/>
            <p:nvPr/>
          </p:nvGrpSpPr>
          <p:grpSpPr>
            <a:xfrm>
              <a:off x="51206" y="902989"/>
              <a:ext cx="8961120" cy="2402047"/>
              <a:chOff x="118872" y="393192"/>
              <a:chExt cx="8961120" cy="204825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6FA4C6-931D-EE56-4B7B-C180CA61A0B4}"/>
                  </a:ext>
                </a:extLst>
              </p:cNvPr>
              <p:cNvGrpSpPr/>
              <p:nvPr/>
            </p:nvGrpSpPr>
            <p:grpSpPr>
              <a:xfrm>
                <a:off x="118872" y="393192"/>
                <a:ext cx="8961120" cy="1975104"/>
                <a:chOff x="118872" y="393192"/>
                <a:chExt cx="8961120" cy="1975104"/>
              </a:xfrm>
            </p:grpSpPr>
            <p:sp>
              <p:nvSpPr>
                <p:cNvPr id="6" name="Text 3">
                  <a:extLst>
                    <a:ext uri="{FF2B5EF4-FFF2-40B4-BE49-F238E27FC236}">
                      <a16:creationId xmlns:a16="http://schemas.microsoft.com/office/drawing/2014/main" id="{E0D5E272-3702-4432-6D83-2C91823FF4E4}"/>
                    </a:ext>
                  </a:extLst>
                </p:cNvPr>
                <p:cNvSpPr/>
                <p:nvPr/>
              </p:nvSpPr>
              <p:spPr>
                <a:xfrm>
                  <a:off x="182880" y="393192"/>
                  <a:ext cx="87782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00A8A8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Core system validated on BladeRF hardware  ·  Enhancements in progress through Jun 2026  ·  Further scope identified</a:t>
                  </a:r>
                  <a:endParaRPr kumimoji="0" lang="en-US" sz="10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Shape 4">
                  <a:extLst>
                    <a:ext uri="{FF2B5EF4-FFF2-40B4-BE49-F238E27FC236}">
                      <a16:creationId xmlns:a16="http://schemas.microsoft.com/office/drawing/2014/main" id="{345297AB-8B92-ACF2-FE9C-BB64125156E3}"/>
                    </a:ext>
                  </a:extLst>
                </p:cNvPr>
                <p:cNvSpPr/>
                <p:nvPr/>
              </p:nvSpPr>
              <p:spPr>
                <a:xfrm>
                  <a:off x="118872" y="612648"/>
                  <a:ext cx="1426464" cy="51206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5240">
                  <a:solidFill>
                    <a:srgbClr val="2ECC71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43" name="Text 5">
                  <a:extLst>
                    <a:ext uri="{FF2B5EF4-FFF2-40B4-BE49-F238E27FC236}">
                      <a16:creationId xmlns:a16="http://schemas.microsoft.com/office/drawing/2014/main" id="{9163E88D-79F4-0485-0A65-CBB75EBBFBBC}"/>
                    </a:ext>
                  </a:extLst>
                </p:cNvPr>
                <p:cNvSpPr/>
                <p:nvPr/>
              </p:nvSpPr>
              <p:spPr>
                <a:xfrm>
                  <a:off x="118872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Text 6">
                  <a:extLst>
                    <a:ext uri="{FF2B5EF4-FFF2-40B4-BE49-F238E27FC236}">
                      <a16:creationId xmlns:a16="http://schemas.microsoft.com/office/drawing/2014/main" id="{5B69CD5E-B305-B6BC-5040-E0B1DF6E5CEC}"/>
                    </a:ext>
                  </a:extLst>
                </p:cNvPr>
                <p:cNvSpPr/>
                <p:nvPr/>
              </p:nvSpPr>
              <p:spPr>
                <a:xfrm>
                  <a:off x="118872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1–2</a:t>
                  </a:r>
                </a:p>
              </p:txBody>
            </p:sp>
            <p:sp>
              <p:nvSpPr>
                <p:cNvPr id="47" name="Shape 7">
                  <a:extLst>
                    <a:ext uri="{FF2B5EF4-FFF2-40B4-BE49-F238E27FC236}">
                      <a16:creationId xmlns:a16="http://schemas.microsoft.com/office/drawing/2014/main" id="{A9D5713C-3006-ACCA-8F35-C3236484EACA}"/>
                    </a:ext>
                  </a:extLst>
                </p:cNvPr>
                <p:cNvSpPr/>
                <p:nvPr/>
              </p:nvSpPr>
              <p:spPr>
                <a:xfrm>
                  <a:off x="246888" y="996696"/>
                  <a:ext cx="1170432" cy="128016"/>
                </a:xfrm>
                <a:prstGeom prst="rect">
                  <a:avLst/>
                </a:prstGeom>
                <a:solidFill>
                  <a:srgbClr val="152510"/>
                </a:solidFill>
                <a:ln w="889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48" name="Text 8">
                  <a:extLst>
                    <a:ext uri="{FF2B5EF4-FFF2-40B4-BE49-F238E27FC236}">
                      <a16:creationId xmlns:a16="http://schemas.microsoft.com/office/drawing/2014/main" id="{14B4B8F4-8ED9-8021-59F8-44F0CBB796ED}"/>
                    </a:ext>
                  </a:extLst>
                </p:cNvPr>
                <p:cNvSpPr/>
                <p:nvPr/>
              </p:nvSpPr>
              <p:spPr>
                <a:xfrm>
                  <a:off x="246888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COMPLETE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Shape 9">
                  <a:extLst>
                    <a:ext uri="{FF2B5EF4-FFF2-40B4-BE49-F238E27FC236}">
                      <a16:creationId xmlns:a16="http://schemas.microsoft.com/office/drawing/2014/main" id="{99F5A265-4F5B-F7DF-B4D2-5E1A4E4B7132}"/>
                    </a:ext>
                  </a:extLst>
                </p:cNvPr>
                <p:cNvSpPr/>
                <p:nvPr/>
              </p:nvSpPr>
              <p:spPr>
                <a:xfrm>
                  <a:off x="118872" y="1124712"/>
                  <a:ext cx="1426464" cy="201168"/>
                </a:xfrm>
                <a:prstGeom prst="rect">
                  <a:avLst/>
                </a:prstGeom>
                <a:solidFill>
                  <a:srgbClr val="122210"/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50" name="Text 10">
                  <a:extLst>
                    <a:ext uri="{FF2B5EF4-FFF2-40B4-BE49-F238E27FC236}">
                      <a16:creationId xmlns:a16="http://schemas.microsoft.com/office/drawing/2014/main" id="{B0C5B068-A1ED-6512-B6E1-08F9DB10EB15}"/>
                    </a:ext>
                  </a:extLst>
                </p:cNvPr>
                <p:cNvSpPr/>
                <p:nvPr/>
              </p:nvSpPr>
              <p:spPr>
                <a:xfrm>
                  <a:off x="118872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Foundation &amp; Literature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Shape 11">
                  <a:extLst>
                    <a:ext uri="{FF2B5EF4-FFF2-40B4-BE49-F238E27FC236}">
                      <a16:creationId xmlns:a16="http://schemas.microsoft.com/office/drawing/2014/main" id="{E7455D17-164A-3BC5-9FC1-BDB5C3A3120A}"/>
                    </a:ext>
                  </a:extLst>
                </p:cNvPr>
                <p:cNvSpPr/>
                <p:nvPr/>
              </p:nvSpPr>
              <p:spPr>
                <a:xfrm>
                  <a:off x="118872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52" name="Text 12">
                  <a:extLst>
                    <a:ext uri="{FF2B5EF4-FFF2-40B4-BE49-F238E27FC236}">
                      <a16:creationId xmlns:a16="http://schemas.microsoft.com/office/drawing/2014/main" id="{F05952E6-E0A9-1B11-5FE6-A3E61A41596B}"/>
                    </a:ext>
                  </a:extLst>
                </p:cNvPr>
                <p:cNvSpPr/>
                <p:nvPr/>
              </p:nvSpPr>
              <p:spPr>
                <a:xfrm>
                  <a:off x="182880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Literature survey &amp; gap analysis</a:t>
                  </a:r>
                </a:p>
              </p:txBody>
            </p:sp>
            <p:sp>
              <p:nvSpPr>
                <p:cNvPr id="53" name="Text 13">
                  <a:extLst>
                    <a:ext uri="{FF2B5EF4-FFF2-40B4-BE49-F238E27FC236}">
                      <a16:creationId xmlns:a16="http://schemas.microsoft.com/office/drawing/2014/main" id="{A467D174-27E6-70E0-671A-0A42A9BF45F3}"/>
                    </a:ext>
                  </a:extLst>
                </p:cNvPr>
                <p:cNvSpPr/>
                <p:nvPr/>
              </p:nvSpPr>
              <p:spPr>
                <a:xfrm>
                  <a:off x="182880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C-GAN architecture design</a:t>
                  </a:r>
                </a:p>
              </p:txBody>
            </p:sp>
            <p:sp>
              <p:nvSpPr>
                <p:cNvPr id="54" name="Text 14">
                  <a:extLst>
                    <a:ext uri="{FF2B5EF4-FFF2-40B4-BE49-F238E27FC236}">
                      <a16:creationId xmlns:a16="http://schemas.microsoft.com/office/drawing/2014/main" id="{2FBE0DB5-06F6-69D8-C809-92FB2AA1F9EC}"/>
                    </a:ext>
                  </a:extLst>
                </p:cNvPr>
                <p:cNvSpPr/>
                <p:nvPr/>
              </p:nvSpPr>
              <p:spPr>
                <a:xfrm>
                  <a:off x="182880" y="177393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AES-CTR + Reed-Solomon pipeline</a:t>
                  </a:r>
                </a:p>
              </p:txBody>
            </p:sp>
            <p:sp>
              <p:nvSpPr>
                <p:cNvPr id="55" name="Text 15">
                  <a:extLst>
                    <a:ext uri="{FF2B5EF4-FFF2-40B4-BE49-F238E27FC236}">
                      <a16:creationId xmlns:a16="http://schemas.microsoft.com/office/drawing/2014/main" id="{3D893AD0-282F-9C61-F35A-4612C91239C7}"/>
                    </a:ext>
                  </a:extLst>
                </p:cNvPr>
                <p:cNvSpPr/>
                <p:nvPr/>
              </p:nvSpPr>
              <p:spPr>
                <a:xfrm>
                  <a:off x="182880" y="197967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Python env (Google Colab)</a:t>
                  </a:r>
                </a:p>
              </p:txBody>
            </p:sp>
            <p:sp>
              <p:nvSpPr>
                <p:cNvPr id="56" name="Text 16">
                  <a:extLst>
                    <a:ext uri="{FF2B5EF4-FFF2-40B4-BE49-F238E27FC236}">
                      <a16:creationId xmlns:a16="http://schemas.microsoft.com/office/drawing/2014/main" id="{D34BFE1F-AFBA-1C9B-4EB7-AC8C5CBBA4B2}"/>
                    </a:ext>
                  </a:extLst>
                </p:cNvPr>
                <p:cNvSpPr/>
                <p:nvPr/>
              </p:nvSpPr>
              <p:spPr>
                <a:xfrm>
                  <a:off x="1563624" y="777240"/>
                  <a:ext cx="118872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Shape 17">
                  <a:extLst>
                    <a:ext uri="{FF2B5EF4-FFF2-40B4-BE49-F238E27FC236}">
                      <a16:creationId xmlns:a16="http://schemas.microsoft.com/office/drawing/2014/main" id="{09A7F2DC-81C4-B84C-3598-7F7005F68B5D}"/>
                    </a:ext>
                  </a:extLst>
                </p:cNvPr>
                <p:cNvSpPr/>
                <p:nvPr/>
              </p:nvSpPr>
              <p:spPr>
                <a:xfrm>
                  <a:off x="1625803" y="612648"/>
                  <a:ext cx="1426464" cy="5120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5240">
                  <a:solidFill>
                    <a:srgbClr val="2ECC71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58" name="Text 18">
                  <a:extLst>
                    <a:ext uri="{FF2B5EF4-FFF2-40B4-BE49-F238E27FC236}">
                      <a16:creationId xmlns:a16="http://schemas.microsoft.com/office/drawing/2014/main" id="{267B83A4-7D61-C612-4B87-6CCDBAFF0BF2}"/>
                    </a:ext>
                  </a:extLst>
                </p:cNvPr>
                <p:cNvSpPr/>
                <p:nvPr/>
              </p:nvSpPr>
              <p:spPr>
                <a:xfrm>
                  <a:off x="1625803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2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3C84E7F8-3CF3-D3CC-D102-3EE18E587BB1}"/>
                    </a:ext>
                  </a:extLst>
                </p:cNvPr>
                <p:cNvSpPr/>
                <p:nvPr/>
              </p:nvSpPr>
              <p:spPr>
                <a:xfrm>
                  <a:off x="1625803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3–4</a:t>
                  </a:r>
                </a:p>
              </p:txBody>
            </p:sp>
            <p:sp>
              <p:nvSpPr>
                <p:cNvPr id="60" name="Shape 20">
                  <a:extLst>
                    <a:ext uri="{FF2B5EF4-FFF2-40B4-BE49-F238E27FC236}">
                      <a16:creationId xmlns:a16="http://schemas.microsoft.com/office/drawing/2014/main" id="{DC3A6E17-7FDE-70D8-23F8-2365FFFCC942}"/>
                    </a:ext>
                  </a:extLst>
                </p:cNvPr>
                <p:cNvSpPr/>
                <p:nvPr/>
              </p:nvSpPr>
              <p:spPr>
                <a:xfrm>
                  <a:off x="1753819" y="996696"/>
                  <a:ext cx="1170432" cy="128016"/>
                </a:xfrm>
                <a:prstGeom prst="rect">
                  <a:avLst/>
                </a:prstGeom>
                <a:solidFill>
                  <a:srgbClr val="152510"/>
                </a:solidFill>
                <a:ln w="889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61" name="Text 21">
                  <a:extLst>
                    <a:ext uri="{FF2B5EF4-FFF2-40B4-BE49-F238E27FC236}">
                      <a16:creationId xmlns:a16="http://schemas.microsoft.com/office/drawing/2014/main" id="{CBE6D64D-4D02-99EF-08D6-03A2138387A2}"/>
                    </a:ext>
                  </a:extLst>
                </p:cNvPr>
                <p:cNvSpPr/>
                <p:nvPr/>
              </p:nvSpPr>
              <p:spPr>
                <a:xfrm>
                  <a:off x="1753819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COMPLETE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Shape 22">
                  <a:extLst>
                    <a:ext uri="{FF2B5EF4-FFF2-40B4-BE49-F238E27FC236}">
                      <a16:creationId xmlns:a16="http://schemas.microsoft.com/office/drawing/2014/main" id="{6280C5FA-913F-26AE-8EBF-CDC66DE481D4}"/>
                    </a:ext>
                  </a:extLst>
                </p:cNvPr>
                <p:cNvSpPr/>
                <p:nvPr/>
              </p:nvSpPr>
              <p:spPr>
                <a:xfrm>
                  <a:off x="1625803" y="1124712"/>
                  <a:ext cx="1426464" cy="201168"/>
                </a:xfrm>
                <a:prstGeom prst="rect">
                  <a:avLst/>
                </a:prstGeom>
                <a:solidFill>
                  <a:srgbClr val="122210"/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63" name="Text 23">
                  <a:extLst>
                    <a:ext uri="{FF2B5EF4-FFF2-40B4-BE49-F238E27FC236}">
                      <a16:creationId xmlns:a16="http://schemas.microsoft.com/office/drawing/2014/main" id="{951B6ADF-4A7B-04E2-FF04-9DC2781C1362}"/>
                    </a:ext>
                  </a:extLst>
                </p:cNvPr>
                <p:cNvSpPr/>
                <p:nvPr/>
              </p:nvSpPr>
              <p:spPr>
                <a:xfrm>
                  <a:off x="1625803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Training &amp; Optimisation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Shape 24">
                  <a:extLst>
                    <a:ext uri="{FF2B5EF4-FFF2-40B4-BE49-F238E27FC236}">
                      <a16:creationId xmlns:a16="http://schemas.microsoft.com/office/drawing/2014/main" id="{987F36CA-AF92-F616-D5C2-DEFA3D9436DC}"/>
                    </a:ext>
                  </a:extLst>
                </p:cNvPr>
                <p:cNvSpPr/>
                <p:nvPr/>
              </p:nvSpPr>
              <p:spPr>
                <a:xfrm>
                  <a:off x="1625803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65" name="Text 25">
                  <a:extLst>
                    <a:ext uri="{FF2B5EF4-FFF2-40B4-BE49-F238E27FC236}">
                      <a16:creationId xmlns:a16="http://schemas.microsoft.com/office/drawing/2014/main" id="{4BD5AC40-D418-23AD-40D2-1E290C478383}"/>
                    </a:ext>
                  </a:extLst>
                </p:cNvPr>
                <p:cNvSpPr/>
                <p:nvPr/>
              </p:nvSpPr>
              <p:spPr>
                <a:xfrm>
                  <a:off x="1689811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C-GAN training — 500 epochs</a:t>
                  </a:r>
                </a:p>
              </p:txBody>
            </p:sp>
            <p:sp>
              <p:nvSpPr>
                <p:cNvPr id="66" name="Text 26">
                  <a:extLst>
                    <a:ext uri="{FF2B5EF4-FFF2-40B4-BE49-F238E27FC236}">
                      <a16:creationId xmlns:a16="http://schemas.microsoft.com/office/drawing/2014/main" id="{11515C86-04C0-08F8-270A-072AF87030AE}"/>
                    </a:ext>
                  </a:extLst>
                </p:cNvPr>
                <p:cNvSpPr/>
                <p:nvPr/>
              </p:nvSpPr>
              <p:spPr>
                <a:xfrm>
                  <a:off x="1689811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9-component loss function</a:t>
                  </a:r>
                </a:p>
              </p:txBody>
            </p:sp>
            <p:sp>
              <p:nvSpPr>
                <p:cNvPr id="67" name="Text 27">
                  <a:extLst>
                    <a:ext uri="{FF2B5EF4-FFF2-40B4-BE49-F238E27FC236}">
                      <a16:creationId xmlns:a16="http://schemas.microsoft.com/office/drawing/2014/main" id="{B5F0B737-FE15-4AEA-EF34-7C719FD5CA12}"/>
                    </a:ext>
                  </a:extLst>
                </p:cNvPr>
                <p:cNvSpPr/>
                <p:nvPr/>
              </p:nvSpPr>
              <p:spPr>
                <a:xfrm>
                  <a:off x="1689811" y="177393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Anti-fingerprinting (3 defences)</a:t>
                  </a:r>
                </a:p>
              </p:txBody>
            </p:sp>
            <p:sp>
              <p:nvSpPr>
                <p:cNvPr id="68" name="Text 28">
                  <a:extLst>
                    <a:ext uri="{FF2B5EF4-FFF2-40B4-BE49-F238E27FC236}">
                      <a16:creationId xmlns:a16="http://schemas.microsoft.com/office/drawing/2014/main" id="{1F272E31-9999-6B83-AC5D-8C34C4D90318}"/>
                    </a:ext>
                  </a:extLst>
                </p:cNvPr>
                <p:cNvSpPr/>
                <p:nvPr/>
              </p:nvSpPr>
              <p:spPr>
                <a:xfrm>
                  <a:off x="1689811" y="197967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BER converged to zero</a:t>
                  </a:r>
                </a:p>
              </p:txBody>
            </p:sp>
            <p:sp>
              <p:nvSpPr>
                <p:cNvPr id="69" name="Text 29">
                  <a:extLst>
                    <a:ext uri="{FF2B5EF4-FFF2-40B4-BE49-F238E27FC236}">
                      <a16:creationId xmlns:a16="http://schemas.microsoft.com/office/drawing/2014/main" id="{848C224F-EDD6-7576-1BFA-D792F8D52580}"/>
                    </a:ext>
                  </a:extLst>
                </p:cNvPr>
                <p:cNvSpPr/>
                <p:nvPr/>
              </p:nvSpPr>
              <p:spPr>
                <a:xfrm>
                  <a:off x="3070555" y="777240"/>
                  <a:ext cx="118872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Shape 30">
                  <a:extLst>
                    <a:ext uri="{FF2B5EF4-FFF2-40B4-BE49-F238E27FC236}">
                      <a16:creationId xmlns:a16="http://schemas.microsoft.com/office/drawing/2014/main" id="{A02ED424-3582-1437-3A26-062B9A6341D5}"/>
                    </a:ext>
                  </a:extLst>
                </p:cNvPr>
                <p:cNvSpPr/>
                <p:nvPr/>
              </p:nvSpPr>
              <p:spPr>
                <a:xfrm>
                  <a:off x="3132734" y="612648"/>
                  <a:ext cx="1426464" cy="512064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5240">
                  <a:solidFill>
                    <a:srgbClr val="2ECC71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71" name="Text 31">
                  <a:extLst>
                    <a:ext uri="{FF2B5EF4-FFF2-40B4-BE49-F238E27FC236}">
                      <a16:creationId xmlns:a16="http://schemas.microsoft.com/office/drawing/2014/main" id="{3088EEDA-2E55-815D-9B93-59737661C015}"/>
                    </a:ext>
                  </a:extLst>
                </p:cNvPr>
                <p:cNvSpPr/>
                <p:nvPr/>
              </p:nvSpPr>
              <p:spPr>
                <a:xfrm>
                  <a:off x="3132734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3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Text 32">
                  <a:extLst>
                    <a:ext uri="{FF2B5EF4-FFF2-40B4-BE49-F238E27FC236}">
                      <a16:creationId xmlns:a16="http://schemas.microsoft.com/office/drawing/2014/main" id="{AD5D0769-D518-401B-1BEF-A4D9540255EF}"/>
                    </a:ext>
                  </a:extLst>
                </p:cNvPr>
                <p:cNvSpPr/>
                <p:nvPr/>
              </p:nvSpPr>
              <p:spPr>
                <a:xfrm>
                  <a:off x="3132734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5–6</a:t>
                  </a:r>
                </a:p>
              </p:txBody>
            </p:sp>
            <p:sp>
              <p:nvSpPr>
                <p:cNvPr id="73" name="Shape 33">
                  <a:extLst>
                    <a:ext uri="{FF2B5EF4-FFF2-40B4-BE49-F238E27FC236}">
                      <a16:creationId xmlns:a16="http://schemas.microsoft.com/office/drawing/2014/main" id="{DF82F356-18AF-AEB8-EF69-C6A048B3DA64}"/>
                    </a:ext>
                  </a:extLst>
                </p:cNvPr>
                <p:cNvSpPr/>
                <p:nvPr/>
              </p:nvSpPr>
              <p:spPr>
                <a:xfrm>
                  <a:off x="3260750" y="996696"/>
                  <a:ext cx="1170432" cy="128016"/>
                </a:xfrm>
                <a:prstGeom prst="rect">
                  <a:avLst/>
                </a:prstGeom>
                <a:solidFill>
                  <a:srgbClr val="152510"/>
                </a:solidFill>
                <a:ln w="889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74" name="Text 34">
                  <a:extLst>
                    <a:ext uri="{FF2B5EF4-FFF2-40B4-BE49-F238E27FC236}">
                      <a16:creationId xmlns:a16="http://schemas.microsoft.com/office/drawing/2014/main" id="{73F547B5-277C-9F6F-B715-042731960980}"/>
                    </a:ext>
                  </a:extLst>
                </p:cNvPr>
                <p:cNvSpPr/>
                <p:nvPr/>
              </p:nvSpPr>
              <p:spPr>
                <a:xfrm>
                  <a:off x="3260750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COMPLETE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Shape 35">
                  <a:extLst>
                    <a:ext uri="{FF2B5EF4-FFF2-40B4-BE49-F238E27FC236}">
                      <a16:creationId xmlns:a16="http://schemas.microsoft.com/office/drawing/2014/main" id="{4F88B9E1-6569-69C9-6FB1-7870C29799CC}"/>
                    </a:ext>
                  </a:extLst>
                </p:cNvPr>
                <p:cNvSpPr/>
                <p:nvPr/>
              </p:nvSpPr>
              <p:spPr>
                <a:xfrm>
                  <a:off x="3132734" y="1124712"/>
                  <a:ext cx="1426464" cy="201168"/>
                </a:xfrm>
                <a:prstGeom prst="rect">
                  <a:avLst/>
                </a:prstGeom>
                <a:solidFill>
                  <a:srgbClr val="122210"/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76" name="Text 36">
                  <a:extLst>
                    <a:ext uri="{FF2B5EF4-FFF2-40B4-BE49-F238E27FC236}">
                      <a16:creationId xmlns:a16="http://schemas.microsoft.com/office/drawing/2014/main" id="{9343579F-E72A-5DDE-8BCF-8D5846721A9D}"/>
                    </a:ext>
                  </a:extLst>
                </p:cNvPr>
                <p:cNvSpPr/>
                <p:nvPr/>
              </p:nvSpPr>
              <p:spPr>
                <a:xfrm>
                  <a:off x="3132734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EW Evaluation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Shape 37">
                  <a:extLst>
                    <a:ext uri="{FF2B5EF4-FFF2-40B4-BE49-F238E27FC236}">
                      <a16:creationId xmlns:a16="http://schemas.microsoft.com/office/drawing/2014/main" id="{1BD801B0-2541-6EE1-B413-C5AFE2AD3000}"/>
                    </a:ext>
                  </a:extLst>
                </p:cNvPr>
                <p:cNvSpPr/>
                <p:nvPr/>
              </p:nvSpPr>
              <p:spPr>
                <a:xfrm>
                  <a:off x="3132734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78" name="Text 38">
                  <a:extLst>
                    <a:ext uri="{FF2B5EF4-FFF2-40B4-BE49-F238E27FC236}">
                      <a16:creationId xmlns:a16="http://schemas.microsoft.com/office/drawing/2014/main" id="{6FD08FE6-343A-8419-B7B0-6F46DDEB34EF}"/>
                    </a:ext>
                  </a:extLst>
                </p:cNvPr>
                <p:cNvSpPr/>
                <p:nvPr/>
              </p:nvSpPr>
              <p:spPr>
                <a:xfrm>
                  <a:off x="3196742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8-domain EW statistical tests</a:t>
                  </a:r>
                </a:p>
              </p:txBody>
            </p:sp>
            <p:sp>
              <p:nvSpPr>
                <p:cNvPr id="79" name="Text 39">
                  <a:extLst>
                    <a:ext uri="{FF2B5EF4-FFF2-40B4-BE49-F238E27FC236}">
                      <a16:creationId xmlns:a16="http://schemas.microsoft.com/office/drawing/2014/main" id="{12E797DF-B327-B044-2CE0-2F2054512C12}"/>
                    </a:ext>
                  </a:extLst>
                </p:cNvPr>
                <p:cNvSpPr/>
                <p:nvPr/>
              </p:nvSpPr>
              <p:spPr>
                <a:xfrm>
                  <a:off x="3196742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Independent CNN detector (n=3200)</a:t>
                  </a:r>
                </a:p>
              </p:txBody>
            </p:sp>
            <p:sp>
              <p:nvSpPr>
                <p:cNvPr id="80" name="Text 40">
                  <a:extLst>
                    <a:ext uri="{FF2B5EF4-FFF2-40B4-BE49-F238E27FC236}">
                      <a16:creationId xmlns:a16="http://schemas.microsoft.com/office/drawing/2014/main" id="{4078738C-336B-48FF-E10B-9500EA5592DA}"/>
                    </a:ext>
                  </a:extLst>
                </p:cNvPr>
                <p:cNvSpPr/>
                <p:nvPr/>
              </p:nvSpPr>
              <p:spPr>
                <a:xfrm>
                  <a:off x="3196742" y="177393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Few-shot analysis (n=10→2000)</a:t>
                  </a:r>
                </a:p>
              </p:txBody>
            </p:sp>
            <p:sp>
              <p:nvSpPr>
                <p:cNvPr id="81" name="Text 41">
                  <a:extLst>
                    <a:ext uri="{FF2B5EF4-FFF2-40B4-BE49-F238E27FC236}">
                      <a16:creationId xmlns:a16="http://schemas.microsoft.com/office/drawing/2014/main" id="{2FDAD147-38F2-951F-DFBD-B1A2EBF106AA}"/>
                    </a:ext>
                  </a:extLst>
                </p:cNvPr>
                <p:cNvSpPr/>
                <p:nvPr/>
              </p:nvSpPr>
              <p:spPr>
                <a:xfrm>
                  <a:off x="3196742" y="197967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6-family waveform benchmarking</a:t>
                  </a:r>
                </a:p>
              </p:txBody>
            </p:sp>
            <p:sp>
              <p:nvSpPr>
                <p:cNvPr id="82" name="Text 42">
                  <a:extLst>
                    <a:ext uri="{FF2B5EF4-FFF2-40B4-BE49-F238E27FC236}">
                      <a16:creationId xmlns:a16="http://schemas.microsoft.com/office/drawing/2014/main" id="{DFE08DFD-91A1-F28E-E48C-0466C791ECB7}"/>
                    </a:ext>
                  </a:extLst>
                </p:cNvPr>
                <p:cNvSpPr/>
                <p:nvPr/>
              </p:nvSpPr>
              <p:spPr>
                <a:xfrm>
                  <a:off x="4577486" y="777240"/>
                  <a:ext cx="118872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Shape 43">
                  <a:extLst>
                    <a:ext uri="{FF2B5EF4-FFF2-40B4-BE49-F238E27FC236}">
                      <a16:creationId xmlns:a16="http://schemas.microsoft.com/office/drawing/2014/main" id="{60AAF55B-6139-F6ED-B8A8-C388AFA36A49}"/>
                    </a:ext>
                  </a:extLst>
                </p:cNvPr>
                <p:cNvSpPr/>
                <p:nvPr/>
              </p:nvSpPr>
              <p:spPr>
                <a:xfrm>
                  <a:off x="4639666" y="612648"/>
                  <a:ext cx="1426464" cy="512064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5240">
                  <a:solidFill>
                    <a:srgbClr val="2ECC71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84" name="Text 44">
                  <a:extLst>
                    <a:ext uri="{FF2B5EF4-FFF2-40B4-BE49-F238E27FC236}">
                      <a16:creationId xmlns:a16="http://schemas.microsoft.com/office/drawing/2014/main" id="{70322FA3-6863-F0AC-7B8E-150CC1D4DD69}"/>
                    </a:ext>
                  </a:extLst>
                </p:cNvPr>
                <p:cNvSpPr/>
                <p:nvPr/>
              </p:nvSpPr>
              <p:spPr>
                <a:xfrm>
                  <a:off x="4639666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4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Text 45">
                  <a:extLst>
                    <a:ext uri="{FF2B5EF4-FFF2-40B4-BE49-F238E27FC236}">
                      <a16:creationId xmlns:a16="http://schemas.microsoft.com/office/drawing/2014/main" id="{C5EBE0F7-E2A8-F670-76EB-9DF94A79EA83}"/>
                    </a:ext>
                  </a:extLst>
                </p:cNvPr>
                <p:cNvSpPr/>
                <p:nvPr/>
              </p:nvSpPr>
              <p:spPr>
                <a:xfrm>
                  <a:off x="4639666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7–8</a:t>
                  </a:r>
                </a:p>
              </p:txBody>
            </p:sp>
            <p:sp>
              <p:nvSpPr>
                <p:cNvPr id="86" name="Shape 46">
                  <a:extLst>
                    <a:ext uri="{FF2B5EF4-FFF2-40B4-BE49-F238E27FC236}">
                      <a16:creationId xmlns:a16="http://schemas.microsoft.com/office/drawing/2014/main" id="{2C9B78C8-26D3-00C7-6852-F72E898A3FFD}"/>
                    </a:ext>
                  </a:extLst>
                </p:cNvPr>
                <p:cNvSpPr/>
                <p:nvPr/>
              </p:nvSpPr>
              <p:spPr>
                <a:xfrm>
                  <a:off x="4767682" y="996696"/>
                  <a:ext cx="1170432" cy="128016"/>
                </a:xfrm>
                <a:prstGeom prst="rect">
                  <a:avLst/>
                </a:prstGeom>
                <a:solidFill>
                  <a:srgbClr val="152510"/>
                </a:solidFill>
                <a:ln w="889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87" name="Text 47">
                  <a:extLst>
                    <a:ext uri="{FF2B5EF4-FFF2-40B4-BE49-F238E27FC236}">
                      <a16:creationId xmlns:a16="http://schemas.microsoft.com/office/drawing/2014/main" id="{F08FCB10-95B3-5C45-A2B4-F7C9D38D0EC7}"/>
                    </a:ext>
                  </a:extLst>
                </p:cNvPr>
                <p:cNvSpPr/>
                <p:nvPr/>
              </p:nvSpPr>
              <p:spPr>
                <a:xfrm>
                  <a:off x="4767682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COMPLETE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Shape 48">
                  <a:extLst>
                    <a:ext uri="{FF2B5EF4-FFF2-40B4-BE49-F238E27FC236}">
                      <a16:creationId xmlns:a16="http://schemas.microsoft.com/office/drawing/2014/main" id="{9824594A-0EA6-8308-BA79-0C7ADB8ED4B9}"/>
                    </a:ext>
                  </a:extLst>
                </p:cNvPr>
                <p:cNvSpPr/>
                <p:nvPr/>
              </p:nvSpPr>
              <p:spPr>
                <a:xfrm>
                  <a:off x="4639666" y="1124712"/>
                  <a:ext cx="1426464" cy="201168"/>
                </a:xfrm>
                <a:prstGeom prst="rect">
                  <a:avLst/>
                </a:prstGeom>
                <a:solidFill>
                  <a:srgbClr val="122210"/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89" name="Text 49">
                  <a:extLst>
                    <a:ext uri="{FF2B5EF4-FFF2-40B4-BE49-F238E27FC236}">
                      <a16:creationId xmlns:a16="http://schemas.microsoft.com/office/drawing/2014/main" id="{D82F06E4-D720-3BB0-08D4-0C28EE6A0688}"/>
                    </a:ext>
                  </a:extLst>
                </p:cNvPr>
                <p:cNvSpPr/>
                <p:nvPr/>
              </p:nvSpPr>
              <p:spPr>
                <a:xfrm>
                  <a:off x="4639666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SDR Validation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Shape 50">
                  <a:extLst>
                    <a:ext uri="{FF2B5EF4-FFF2-40B4-BE49-F238E27FC236}">
                      <a16:creationId xmlns:a16="http://schemas.microsoft.com/office/drawing/2014/main" id="{70B2280D-FE4A-043E-51AE-8406CDA0FD9E}"/>
                    </a:ext>
                  </a:extLst>
                </p:cNvPr>
                <p:cNvSpPr/>
                <p:nvPr/>
              </p:nvSpPr>
              <p:spPr>
                <a:xfrm>
                  <a:off x="4639666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91" name="Text 51">
                  <a:extLst>
                    <a:ext uri="{FF2B5EF4-FFF2-40B4-BE49-F238E27FC236}">
                      <a16:creationId xmlns:a16="http://schemas.microsoft.com/office/drawing/2014/main" id="{1D18537E-C687-1B67-3262-0F5ECD07A6EC}"/>
                    </a:ext>
                  </a:extLst>
                </p:cNvPr>
                <p:cNvSpPr/>
                <p:nvPr/>
              </p:nvSpPr>
              <p:spPr>
                <a:xfrm>
                  <a:off x="4703674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GNU Radio Companion GRC</a:t>
                  </a:r>
                </a:p>
              </p:txBody>
            </p:sp>
            <p:sp>
              <p:nvSpPr>
                <p:cNvPr id="92" name="Text 52">
                  <a:extLst>
                    <a:ext uri="{FF2B5EF4-FFF2-40B4-BE49-F238E27FC236}">
                      <a16:creationId xmlns:a16="http://schemas.microsoft.com/office/drawing/2014/main" id="{370EA46B-8E97-9875-31B6-2054E487E951}"/>
                    </a:ext>
                  </a:extLst>
                </p:cNvPr>
                <p:cNvSpPr/>
                <p:nvPr/>
              </p:nvSpPr>
              <p:spPr>
                <a:xfrm>
                  <a:off x="4703674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BladeRF OTA — 26,007 frames</a:t>
                  </a:r>
                </a:p>
              </p:txBody>
            </p:sp>
            <p:sp>
              <p:nvSpPr>
                <p:cNvPr id="93" name="Text 53">
                  <a:extLst>
                    <a:ext uri="{FF2B5EF4-FFF2-40B4-BE49-F238E27FC236}">
                      <a16:creationId xmlns:a16="http://schemas.microsoft.com/office/drawing/2014/main" id="{E22C3545-F4C2-63DC-AD4E-E50831AF20AA}"/>
                    </a:ext>
                  </a:extLst>
                </p:cNvPr>
                <p:cNvSpPr/>
                <p:nvPr/>
              </p:nvSpPr>
              <p:spPr>
                <a:xfrm>
                  <a:off x="4703674" y="177393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BER = 0.0000 hardware proven</a:t>
                  </a:r>
                </a:p>
              </p:txBody>
            </p:sp>
            <p:sp>
              <p:nvSpPr>
                <p:cNvPr id="94" name="Text 54">
                  <a:extLst>
                    <a:ext uri="{FF2B5EF4-FFF2-40B4-BE49-F238E27FC236}">
                      <a16:creationId xmlns:a16="http://schemas.microsoft.com/office/drawing/2014/main" id="{D63C9CE5-96CE-C1F2-2290-5A55ADAA1393}"/>
                    </a:ext>
                  </a:extLst>
                </p:cNvPr>
                <p:cNvSpPr/>
                <p:nvPr/>
              </p:nvSpPr>
              <p:spPr>
                <a:xfrm>
                  <a:off x="4703674" y="197967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✓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IETE paper v6 submitted</a:t>
                  </a:r>
                </a:p>
              </p:txBody>
            </p:sp>
            <p:sp>
              <p:nvSpPr>
                <p:cNvPr id="95" name="Text 55">
                  <a:extLst>
                    <a:ext uri="{FF2B5EF4-FFF2-40B4-BE49-F238E27FC236}">
                      <a16:creationId xmlns:a16="http://schemas.microsoft.com/office/drawing/2014/main" id="{DBF01E4A-F6A7-8836-9AC6-055100A2688C}"/>
                    </a:ext>
                  </a:extLst>
                </p:cNvPr>
                <p:cNvSpPr/>
                <p:nvPr/>
              </p:nvSpPr>
              <p:spPr>
                <a:xfrm>
                  <a:off x="6084418" y="777240"/>
                  <a:ext cx="118872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ECC7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Shape 56">
                  <a:extLst>
                    <a:ext uri="{FF2B5EF4-FFF2-40B4-BE49-F238E27FC236}">
                      <a16:creationId xmlns:a16="http://schemas.microsoft.com/office/drawing/2014/main" id="{4225E1CB-5E62-86F9-3218-0295E458A615}"/>
                    </a:ext>
                  </a:extLst>
                </p:cNvPr>
                <p:cNvSpPr/>
                <p:nvPr/>
              </p:nvSpPr>
              <p:spPr>
                <a:xfrm>
                  <a:off x="6146597" y="612648"/>
                  <a:ext cx="1426464" cy="5120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5240">
                  <a:solidFill>
                    <a:srgbClr val="F0A030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97" name="Text 57">
                  <a:extLst>
                    <a:ext uri="{FF2B5EF4-FFF2-40B4-BE49-F238E27FC236}">
                      <a16:creationId xmlns:a16="http://schemas.microsoft.com/office/drawing/2014/main" id="{E0F66767-F4C0-918B-A647-94B6F4A149DB}"/>
                    </a:ext>
                  </a:extLst>
                </p:cNvPr>
                <p:cNvSpPr/>
                <p:nvPr/>
              </p:nvSpPr>
              <p:spPr>
                <a:xfrm>
                  <a:off x="6146597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5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Text 58">
                  <a:extLst>
                    <a:ext uri="{FF2B5EF4-FFF2-40B4-BE49-F238E27FC236}">
                      <a16:creationId xmlns:a16="http://schemas.microsoft.com/office/drawing/2014/main" id="{48FD58CD-ACDB-8887-2AA7-7A252294ECB3}"/>
                    </a:ext>
                  </a:extLst>
                </p:cNvPr>
                <p:cNvSpPr/>
                <p:nvPr/>
              </p:nvSpPr>
              <p:spPr>
                <a:xfrm>
                  <a:off x="6146597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9–12</a:t>
                  </a:r>
                </a:p>
              </p:txBody>
            </p:sp>
            <p:sp>
              <p:nvSpPr>
                <p:cNvPr id="99" name="Shape 59">
                  <a:extLst>
                    <a:ext uri="{FF2B5EF4-FFF2-40B4-BE49-F238E27FC236}">
                      <a16:creationId xmlns:a16="http://schemas.microsoft.com/office/drawing/2014/main" id="{F217CA89-C26E-A112-DF59-2CCDABCF0270}"/>
                    </a:ext>
                  </a:extLst>
                </p:cNvPr>
                <p:cNvSpPr/>
                <p:nvPr/>
              </p:nvSpPr>
              <p:spPr>
                <a:xfrm>
                  <a:off x="6274613" y="996696"/>
                  <a:ext cx="1170432" cy="128016"/>
                </a:xfrm>
                <a:prstGeom prst="rect">
                  <a:avLst/>
                </a:prstGeom>
                <a:solidFill>
                  <a:srgbClr val="2A1A05"/>
                </a:solidFill>
                <a:ln w="8890">
                  <a:solidFill>
                    <a:srgbClr val="F0A030"/>
                  </a:solidFill>
                  <a:prstDash val="solid"/>
                </a:ln>
              </p:spPr>
            </p:sp>
            <p:sp>
              <p:nvSpPr>
                <p:cNvPr id="100" name="Text 60">
                  <a:extLst>
                    <a:ext uri="{FF2B5EF4-FFF2-40B4-BE49-F238E27FC236}">
                      <a16:creationId xmlns:a16="http://schemas.microsoft.com/office/drawing/2014/main" id="{7D1675D1-16B5-0FB0-235D-B77577EA214B}"/>
                    </a:ext>
                  </a:extLst>
                </p:cNvPr>
                <p:cNvSpPr/>
                <p:nvPr/>
              </p:nvSpPr>
              <p:spPr>
                <a:xfrm>
                  <a:off x="6274613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0A03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 PROGRESS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Shape 61">
                  <a:extLst>
                    <a:ext uri="{FF2B5EF4-FFF2-40B4-BE49-F238E27FC236}">
                      <a16:creationId xmlns:a16="http://schemas.microsoft.com/office/drawing/2014/main" id="{DC5A9BB3-0B5A-73ED-47D5-9E4837A71C6B}"/>
                    </a:ext>
                  </a:extLst>
                </p:cNvPr>
                <p:cNvSpPr/>
                <p:nvPr/>
              </p:nvSpPr>
              <p:spPr>
                <a:xfrm>
                  <a:off x="6146597" y="1124712"/>
                  <a:ext cx="1426464" cy="201168"/>
                </a:xfrm>
                <a:prstGeom prst="rect">
                  <a:avLst/>
                </a:prstGeom>
                <a:solidFill>
                  <a:srgbClr val="221508"/>
                </a:solidFill>
                <a:ln w="12700">
                  <a:solidFill>
                    <a:srgbClr val="F0A030"/>
                  </a:solidFill>
                  <a:prstDash val="solid"/>
                </a:ln>
              </p:spPr>
            </p:sp>
            <p:sp>
              <p:nvSpPr>
                <p:cNvPr id="102" name="Text 62">
                  <a:extLst>
                    <a:ext uri="{FF2B5EF4-FFF2-40B4-BE49-F238E27FC236}">
                      <a16:creationId xmlns:a16="http://schemas.microsoft.com/office/drawing/2014/main" id="{14253503-8AD4-C981-3949-9A932AF68D5D}"/>
                    </a:ext>
                  </a:extLst>
                </p:cNvPr>
                <p:cNvSpPr/>
                <p:nvPr/>
              </p:nvSpPr>
              <p:spPr>
                <a:xfrm>
                  <a:off x="6146597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0A03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Detection Hardening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Shape 63">
                  <a:extLst>
                    <a:ext uri="{FF2B5EF4-FFF2-40B4-BE49-F238E27FC236}">
                      <a16:creationId xmlns:a16="http://schemas.microsoft.com/office/drawing/2014/main" id="{EF766DCE-BFD5-2161-965F-FEAFAE53874B}"/>
                    </a:ext>
                  </a:extLst>
                </p:cNvPr>
                <p:cNvSpPr/>
                <p:nvPr/>
              </p:nvSpPr>
              <p:spPr>
                <a:xfrm>
                  <a:off x="6146597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F0A030"/>
                  </a:solidFill>
                  <a:prstDash val="solid"/>
                </a:ln>
              </p:spPr>
            </p:sp>
            <p:sp>
              <p:nvSpPr>
                <p:cNvPr id="104" name="Text 64">
                  <a:extLst>
                    <a:ext uri="{FF2B5EF4-FFF2-40B4-BE49-F238E27FC236}">
                      <a16:creationId xmlns:a16="http://schemas.microsoft.com/office/drawing/2014/main" id="{75C52E17-88DA-29B9-38A2-F29A1DE20E5D}"/>
                    </a:ext>
                  </a:extLst>
                </p:cNvPr>
                <p:cNvSpPr/>
                <p:nvPr/>
              </p:nvSpPr>
              <p:spPr>
                <a:xfrm>
                  <a:off x="6210605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»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Reduce CNN accuracy → 50–55%</a:t>
                  </a:r>
                </a:p>
              </p:txBody>
            </p:sp>
            <p:sp>
              <p:nvSpPr>
                <p:cNvPr id="105" name="Text 65">
                  <a:extLst>
                    <a:ext uri="{FF2B5EF4-FFF2-40B4-BE49-F238E27FC236}">
                      <a16:creationId xmlns:a16="http://schemas.microsoft.com/office/drawing/2014/main" id="{63FB432F-F717-29EC-4E3C-9FB68B49C0FA}"/>
                    </a:ext>
                  </a:extLst>
                </p:cNvPr>
                <p:cNvSpPr/>
                <p:nvPr/>
              </p:nvSpPr>
              <p:spPr>
                <a:xfrm>
                  <a:off x="6210605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»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Expand adversarial ensemble (5+)</a:t>
                  </a:r>
                </a:p>
              </p:txBody>
            </p:sp>
            <p:sp>
              <p:nvSpPr>
                <p:cNvPr id="106" name="Text 66">
                  <a:extLst>
                    <a:ext uri="{FF2B5EF4-FFF2-40B4-BE49-F238E27FC236}">
                      <a16:creationId xmlns:a16="http://schemas.microsoft.com/office/drawing/2014/main" id="{01CF145E-59B2-D051-98D7-6A0D0730C2BE}"/>
                    </a:ext>
                  </a:extLst>
                </p:cNvPr>
                <p:cNvSpPr/>
                <p:nvPr/>
              </p:nvSpPr>
              <p:spPr>
                <a:xfrm>
                  <a:off x="6210605" y="177393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»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Adaptive real-time loss weighting</a:t>
                  </a:r>
                </a:p>
              </p:txBody>
            </p:sp>
            <p:sp>
              <p:nvSpPr>
                <p:cNvPr id="107" name="Text 67">
                  <a:extLst>
                    <a:ext uri="{FF2B5EF4-FFF2-40B4-BE49-F238E27FC236}">
                      <a16:creationId xmlns:a16="http://schemas.microsoft.com/office/drawing/2014/main" id="{18D6F94D-BF38-B9D6-469C-8FCB834DB552}"/>
                    </a:ext>
                  </a:extLst>
                </p:cNvPr>
                <p:cNvSpPr/>
                <p:nvPr/>
              </p:nvSpPr>
              <p:spPr>
                <a:xfrm>
                  <a:off x="6210605" y="197967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»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3rd-order HOS suppression layer</a:t>
                  </a:r>
                </a:p>
              </p:txBody>
            </p:sp>
            <p:sp>
              <p:nvSpPr>
                <p:cNvPr id="108" name="Text 68">
                  <a:extLst>
                    <a:ext uri="{FF2B5EF4-FFF2-40B4-BE49-F238E27FC236}">
                      <a16:creationId xmlns:a16="http://schemas.microsoft.com/office/drawing/2014/main" id="{F1F2D60F-49B1-30C5-6B3C-3DAEBAEA8D81}"/>
                    </a:ext>
                  </a:extLst>
                </p:cNvPr>
                <p:cNvSpPr/>
                <p:nvPr/>
              </p:nvSpPr>
              <p:spPr>
                <a:xfrm>
                  <a:off x="7591349" y="777240"/>
                  <a:ext cx="118872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0A03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Shape 69">
                  <a:extLst>
                    <a:ext uri="{FF2B5EF4-FFF2-40B4-BE49-F238E27FC236}">
                      <a16:creationId xmlns:a16="http://schemas.microsoft.com/office/drawing/2014/main" id="{84ED1FC5-FF0D-9F19-0934-43F4D6DC7F60}"/>
                    </a:ext>
                  </a:extLst>
                </p:cNvPr>
                <p:cNvSpPr/>
                <p:nvPr/>
              </p:nvSpPr>
              <p:spPr>
                <a:xfrm>
                  <a:off x="7653528" y="612648"/>
                  <a:ext cx="1426464" cy="51206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15240">
                  <a:solidFill>
                    <a:srgbClr val="8888B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18000"/>
                    </a:srgbClr>
                  </a:outerShdw>
                </a:effectLst>
              </p:spPr>
            </p:sp>
            <p:sp>
              <p:nvSpPr>
                <p:cNvPr id="110" name="Text 70">
                  <a:extLst>
                    <a:ext uri="{FF2B5EF4-FFF2-40B4-BE49-F238E27FC236}">
                      <a16:creationId xmlns:a16="http://schemas.microsoft.com/office/drawing/2014/main" id="{C8D59B8B-4D7C-5663-D066-4481DE361F8C}"/>
                    </a:ext>
                  </a:extLst>
                </p:cNvPr>
                <p:cNvSpPr/>
                <p:nvPr/>
              </p:nvSpPr>
              <p:spPr>
                <a:xfrm>
                  <a:off x="7653528" y="630936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Phase 6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Text 71">
                  <a:extLst>
                    <a:ext uri="{FF2B5EF4-FFF2-40B4-BE49-F238E27FC236}">
                      <a16:creationId xmlns:a16="http://schemas.microsoft.com/office/drawing/2014/main" id="{0EC9D82E-FF20-FCBE-AA5B-9603FC3824AE}"/>
                    </a:ext>
                  </a:extLst>
                </p:cNvPr>
                <p:cNvSpPr/>
                <p:nvPr/>
              </p:nvSpPr>
              <p:spPr>
                <a:xfrm>
                  <a:off x="7653528" y="841248"/>
                  <a:ext cx="1426464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Months 13–18 (→ Jun)</a:t>
                  </a:r>
                </a:p>
              </p:txBody>
            </p:sp>
            <p:sp>
              <p:nvSpPr>
                <p:cNvPr id="112" name="Shape 72">
                  <a:extLst>
                    <a:ext uri="{FF2B5EF4-FFF2-40B4-BE49-F238E27FC236}">
                      <a16:creationId xmlns:a16="http://schemas.microsoft.com/office/drawing/2014/main" id="{DE3E7ED5-1667-22D4-3F39-FDDE50290A8F}"/>
                    </a:ext>
                  </a:extLst>
                </p:cNvPr>
                <p:cNvSpPr/>
                <p:nvPr/>
              </p:nvSpPr>
              <p:spPr>
                <a:xfrm>
                  <a:off x="7781544" y="996696"/>
                  <a:ext cx="1170432" cy="128016"/>
                </a:xfrm>
                <a:prstGeom prst="rect">
                  <a:avLst/>
                </a:prstGeom>
                <a:solidFill>
                  <a:srgbClr val="16162A"/>
                </a:solidFill>
                <a:ln w="8890">
                  <a:solidFill>
                    <a:srgbClr val="8888BB"/>
                  </a:solidFill>
                  <a:prstDash val="solid"/>
                </a:ln>
              </p:spPr>
            </p:sp>
            <p:sp>
              <p:nvSpPr>
                <p:cNvPr id="113" name="Text 73">
                  <a:extLst>
                    <a:ext uri="{FF2B5EF4-FFF2-40B4-BE49-F238E27FC236}">
                      <a16:creationId xmlns:a16="http://schemas.microsoft.com/office/drawing/2014/main" id="{AF162D4B-081D-3828-3245-0ACB22EE507C}"/>
                    </a:ext>
                  </a:extLst>
                </p:cNvPr>
                <p:cNvSpPr/>
                <p:nvPr/>
              </p:nvSpPr>
              <p:spPr>
                <a:xfrm>
                  <a:off x="7781544" y="996696"/>
                  <a:ext cx="1170432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8888BB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PLANNED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Shape 74">
                  <a:extLst>
                    <a:ext uri="{FF2B5EF4-FFF2-40B4-BE49-F238E27FC236}">
                      <a16:creationId xmlns:a16="http://schemas.microsoft.com/office/drawing/2014/main" id="{7EA5A8FE-0826-9736-CAA5-CC1C14AE15A8}"/>
                    </a:ext>
                  </a:extLst>
                </p:cNvPr>
                <p:cNvSpPr/>
                <p:nvPr/>
              </p:nvSpPr>
              <p:spPr>
                <a:xfrm>
                  <a:off x="7653528" y="1124712"/>
                  <a:ext cx="1426464" cy="201168"/>
                </a:xfrm>
                <a:prstGeom prst="rect">
                  <a:avLst/>
                </a:prstGeom>
                <a:solidFill>
                  <a:srgbClr val="12122A"/>
                </a:solidFill>
                <a:ln w="12700">
                  <a:solidFill>
                    <a:srgbClr val="8888BB"/>
                  </a:solidFill>
                  <a:prstDash val="solid"/>
                </a:ln>
              </p:spPr>
            </p:sp>
            <p:sp>
              <p:nvSpPr>
                <p:cNvPr id="115" name="Text 75">
                  <a:extLst>
                    <a:ext uri="{FF2B5EF4-FFF2-40B4-BE49-F238E27FC236}">
                      <a16:creationId xmlns:a16="http://schemas.microsoft.com/office/drawing/2014/main" id="{C02BC854-9E97-9FEA-6A6B-882B044AEABB}"/>
                    </a:ext>
                  </a:extLst>
                </p:cNvPr>
                <p:cNvSpPr/>
                <p:nvPr/>
              </p:nvSpPr>
              <p:spPr>
                <a:xfrm>
                  <a:off x="7653528" y="1124712"/>
                  <a:ext cx="1426464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8888BB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Payload &amp; Voice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Shape 76">
                  <a:extLst>
                    <a:ext uri="{FF2B5EF4-FFF2-40B4-BE49-F238E27FC236}">
                      <a16:creationId xmlns:a16="http://schemas.microsoft.com/office/drawing/2014/main" id="{4A12439C-194F-E426-2DB9-0F43C3247E32}"/>
                    </a:ext>
                  </a:extLst>
                </p:cNvPr>
                <p:cNvSpPr/>
                <p:nvPr/>
              </p:nvSpPr>
              <p:spPr>
                <a:xfrm>
                  <a:off x="7653528" y="1325880"/>
                  <a:ext cx="1426464" cy="85953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rgbClr val="8888BB"/>
                  </a:solidFill>
                  <a:prstDash val="solid"/>
                </a:ln>
              </p:spPr>
            </p:sp>
            <p:sp>
              <p:nvSpPr>
                <p:cNvPr id="117" name="Text 77">
                  <a:extLst>
                    <a:ext uri="{FF2B5EF4-FFF2-40B4-BE49-F238E27FC236}">
                      <a16:creationId xmlns:a16="http://schemas.microsoft.com/office/drawing/2014/main" id="{572F6971-C786-EFAE-24AC-41D2FCD9CBCD}"/>
                    </a:ext>
                  </a:extLst>
                </p:cNvPr>
                <p:cNvSpPr/>
                <p:nvPr/>
              </p:nvSpPr>
              <p:spPr>
                <a:xfrm>
                  <a:off x="7717536" y="136245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○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Extended multi-frame payload</a:t>
                  </a:r>
                </a:p>
              </p:txBody>
            </p:sp>
            <p:sp>
              <p:nvSpPr>
                <p:cNvPr id="118" name="Text 78">
                  <a:extLst>
                    <a:ext uri="{FF2B5EF4-FFF2-40B4-BE49-F238E27FC236}">
                      <a16:creationId xmlns:a16="http://schemas.microsoft.com/office/drawing/2014/main" id="{7B6C7BA4-7B6D-3360-EB15-6AC5ED503ABF}"/>
                    </a:ext>
                  </a:extLst>
                </p:cNvPr>
                <p:cNvSpPr/>
                <p:nvPr/>
              </p:nvSpPr>
              <p:spPr>
                <a:xfrm>
                  <a:off x="7717536" y="1568196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○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Voice codec (µ-law) integration</a:t>
                  </a:r>
                </a:p>
              </p:txBody>
            </p:sp>
            <p:sp>
              <p:nvSpPr>
                <p:cNvPr id="120" name="Text 80">
                  <a:extLst>
                    <a:ext uri="{FF2B5EF4-FFF2-40B4-BE49-F238E27FC236}">
                      <a16:creationId xmlns:a16="http://schemas.microsoft.com/office/drawing/2014/main" id="{74756725-4CD9-C3B7-6D5C-CD96389A126D}"/>
                    </a:ext>
                  </a:extLst>
                </p:cNvPr>
                <p:cNvSpPr/>
                <p:nvPr/>
              </p:nvSpPr>
              <p:spPr>
                <a:xfrm>
                  <a:off x="7717536" y="1827540"/>
                  <a:ext cx="1335024" cy="19202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○ </a:t>
                  </a: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Temporal anti-fingerprint layer</a:t>
                  </a:r>
                </a:p>
              </p:txBody>
            </p:sp>
            <p:sp>
              <p:nvSpPr>
                <p:cNvPr id="121" name="Shape 81">
                  <a:extLst>
                    <a:ext uri="{FF2B5EF4-FFF2-40B4-BE49-F238E27FC236}">
                      <a16:creationId xmlns:a16="http://schemas.microsoft.com/office/drawing/2014/main" id="{C24DC9D3-78E4-D0B5-0579-7C1E199940A0}"/>
                    </a:ext>
                  </a:extLst>
                </p:cNvPr>
                <p:cNvSpPr/>
                <p:nvPr/>
              </p:nvSpPr>
              <p:spPr>
                <a:xfrm>
                  <a:off x="118872" y="2240280"/>
                  <a:ext cx="6025896" cy="64008"/>
                </a:xfrm>
                <a:prstGeom prst="rect">
                  <a:avLst/>
                </a:prstGeom>
                <a:solidFill>
                  <a:srgbClr val="2ECC71">
                    <a:alpha val="70000"/>
                  </a:srgbClr>
                </a:solidFill>
                <a:ln w="12700">
                  <a:solidFill>
                    <a:srgbClr val="2ECC71"/>
                  </a:solidFill>
                  <a:prstDash val="solid"/>
                </a:ln>
              </p:spPr>
            </p:sp>
            <p:sp>
              <p:nvSpPr>
                <p:cNvPr id="122" name="Shape 82">
                  <a:extLst>
                    <a:ext uri="{FF2B5EF4-FFF2-40B4-BE49-F238E27FC236}">
                      <a16:creationId xmlns:a16="http://schemas.microsoft.com/office/drawing/2014/main" id="{7A829D4D-EDB8-E149-9259-AFA16C204E7A}"/>
                    </a:ext>
                  </a:extLst>
                </p:cNvPr>
                <p:cNvSpPr/>
                <p:nvPr/>
              </p:nvSpPr>
              <p:spPr>
                <a:xfrm>
                  <a:off x="6144768" y="2240280"/>
                  <a:ext cx="2907792" cy="64008"/>
                </a:xfrm>
                <a:prstGeom prst="rect">
                  <a:avLst/>
                </a:prstGeom>
                <a:solidFill>
                  <a:srgbClr val="F0A030">
                    <a:alpha val="50000"/>
                  </a:srgbClr>
                </a:solidFill>
                <a:ln w="12700">
                  <a:solidFill>
                    <a:srgbClr val="F0A030"/>
                  </a:solidFill>
                  <a:prstDash val="solid"/>
                </a:ln>
              </p:spPr>
            </p:sp>
            <p:sp>
              <p:nvSpPr>
                <p:cNvPr id="123" name="Text 83">
                  <a:extLst>
                    <a:ext uri="{FF2B5EF4-FFF2-40B4-BE49-F238E27FC236}">
                      <a16:creationId xmlns:a16="http://schemas.microsoft.com/office/drawing/2014/main" id="{91816124-1BBA-C04D-CC86-61165973B2AC}"/>
                    </a:ext>
                  </a:extLst>
                </p:cNvPr>
                <p:cNvSpPr/>
                <p:nvPr/>
              </p:nvSpPr>
              <p:spPr>
                <a:xfrm>
                  <a:off x="8897112" y="2185416"/>
                  <a:ext cx="18288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0A03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▶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4" name="Text 84">
                <a:extLst>
                  <a:ext uri="{FF2B5EF4-FFF2-40B4-BE49-F238E27FC236}">
                    <a16:creationId xmlns:a16="http://schemas.microsoft.com/office/drawing/2014/main" id="{BA0300A2-2A99-F21D-6C5D-E6F3B4FF59D9}"/>
                  </a:ext>
                </a:extLst>
              </p:cNvPr>
              <p:cNvSpPr/>
              <p:nvPr/>
            </p:nvSpPr>
            <p:spPr>
              <a:xfrm>
                <a:off x="118872" y="2313432"/>
                <a:ext cx="6025896" cy="12801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Phases 1–4 Validated  ✓</a:t>
                </a:r>
              </a:p>
            </p:txBody>
          </p:sp>
        </p:grpSp>
        <p:sp>
          <p:nvSpPr>
            <p:cNvPr id="125" name="Text 85">
              <a:extLst>
                <a:ext uri="{FF2B5EF4-FFF2-40B4-BE49-F238E27FC236}">
                  <a16:creationId xmlns:a16="http://schemas.microsoft.com/office/drawing/2014/main" id="{130F4CAB-9B84-3ED6-C2B4-C053585C5F77}"/>
                </a:ext>
              </a:extLst>
            </p:cNvPr>
            <p:cNvSpPr/>
            <p:nvPr/>
          </p:nvSpPr>
          <p:spPr>
            <a:xfrm>
              <a:off x="6086034" y="3177020"/>
              <a:ext cx="2907792" cy="1280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Phases 5–6  ·  Work in Progress → Jun 2026</a:t>
              </a:r>
            </a:p>
          </p:txBody>
        </p:sp>
      </p:grpSp>
      <p:graphicFrame>
        <p:nvGraphicFramePr>
          <p:cNvPr id="153" name="Diagram 152">
            <a:extLst>
              <a:ext uri="{FF2B5EF4-FFF2-40B4-BE49-F238E27FC236}">
                <a16:creationId xmlns:a16="http://schemas.microsoft.com/office/drawing/2014/main" id="{6A7F672E-D033-7A77-E68E-B1330253C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208725"/>
              </p:ext>
            </p:extLst>
          </p:nvPr>
        </p:nvGraphicFramePr>
        <p:xfrm>
          <a:off x="51206" y="3048000"/>
          <a:ext cx="9077093" cy="1970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7250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7F565-0FC6-19E2-F4A4-0B1CA0E5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93A908-24FF-0910-71F6-6CB666AC7238}"/>
              </a:ext>
            </a:extLst>
          </p:cNvPr>
          <p:cNvSpPr/>
          <p:nvPr/>
        </p:nvSpPr>
        <p:spPr>
          <a:xfrm>
            <a:off x="0" y="0"/>
            <a:ext cx="9144000" cy="4704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D0F6DF-66E4-CD8A-88C0-6C82A932E75E}"/>
              </a:ext>
            </a:extLst>
          </p:cNvPr>
          <p:cNvSpPr/>
          <p:nvPr/>
        </p:nvSpPr>
        <p:spPr>
          <a:xfrm>
            <a:off x="274320" y="45720"/>
            <a:ext cx="8595360" cy="405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STATUS — SYSTEM ARCHITECTURE &amp; PIPELINE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47CED0-DBA3-3A88-FF2A-37A5D8B4E47E}"/>
              </a:ext>
            </a:extLst>
          </p:cNvPr>
          <p:cNvSpPr/>
          <p:nvPr/>
        </p:nvSpPr>
        <p:spPr>
          <a:xfrm>
            <a:off x="182880" y="496519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ANSHUMAN  |  Maj Ambuj Sharma (2502193004)  |  M.Tech AI-ML, CFDST</a:t>
            </a:r>
            <a:endParaRPr lang="en-US" sz="800" dirty="0"/>
          </a:p>
        </p:txBody>
      </p:sp>
      <p:graphicFrame>
        <p:nvGraphicFramePr>
          <p:cNvPr id="62" name="Diagram 61">
            <a:extLst>
              <a:ext uri="{FF2B5EF4-FFF2-40B4-BE49-F238E27FC236}">
                <a16:creationId xmlns:a16="http://schemas.microsoft.com/office/drawing/2014/main" id="{CC7D60DF-C2C1-279E-FE61-A9D3289B9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239826"/>
              </p:ext>
            </p:extLst>
          </p:nvPr>
        </p:nvGraphicFramePr>
        <p:xfrm>
          <a:off x="602944" y="3016043"/>
          <a:ext cx="8358175" cy="2163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" name="Shape 4">
            <a:extLst>
              <a:ext uri="{FF2B5EF4-FFF2-40B4-BE49-F238E27FC236}">
                <a16:creationId xmlns:a16="http://schemas.microsoft.com/office/drawing/2014/main" id="{41620931-D040-BC55-B7B7-27E5B34BFB8D}"/>
              </a:ext>
            </a:extLst>
          </p:cNvPr>
          <p:cNvSpPr/>
          <p:nvPr/>
        </p:nvSpPr>
        <p:spPr>
          <a:xfrm>
            <a:off x="338552" y="604506"/>
            <a:ext cx="711241" cy="259768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rgbClr val="00A8A8"/>
            </a:solidFill>
            <a:prstDash val="solid"/>
          </a:ln>
        </p:spPr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2871EC40-CF76-7FA4-EE71-C2359A9A742B}"/>
              </a:ext>
            </a:extLst>
          </p:cNvPr>
          <p:cNvSpPr/>
          <p:nvPr/>
        </p:nvSpPr>
        <p:spPr>
          <a:xfrm>
            <a:off x="338552" y="604506"/>
            <a:ext cx="711241" cy="25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/>
              <a:t>X</a:t>
            </a:r>
            <a:endParaRPr lang="en-US" sz="1400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77353303-61F6-5B92-34CF-92C83146A2E8}"/>
              </a:ext>
            </a:extLst>
          </p:cNvPr>
          <p:cNvSpPr/>
          <p:nvPr/>
        </p:nvSpPr>
        <p:spPr>
          <a:xfrm>
            <a:off x="1133468" y="641616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51E419FB-C180-0EA4-E190-515AC8BA8BE2}"/>
              </a:ext>
            </a:extLst>
          </p:cNvPr>
          <p:cNvSpPr/>
          <p:nvPr/>
        </p:nvSpPr>
        <p:spPr>
          <a:xfrm>
            <a:off x="1133468" y="641616"/>
            <a:ext cx="251026" cy="311722"/>
          </a:xfrm>
          <a:prstGeom prst="rect">
            <a:avLst/>
          </a:prstGeom>
          <a:solidFill>
            <a:srgbClr val="00A8A8">
              <a:alpha val="8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BB3AA844-AD02-82A4-A8E9-C3D502F995DF}"/>
              </a:ext>
            </a:extLst>
          </p:cNvPr>
          <p:cNvSpPr/>
          <p:nvPr/>
        </p:nvSpPr>
        <p:spPr>
          <a:xfrm>
            <a:off x="1133468" y="641616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8EB39111-09C7-52D1-E397-9A5B51207401}"/>
              </a:ext>
            </a:extLst>
          </p:cNvPr>
          <p:cNvSpPr/>
          <p:nvPr/>
        </p:nvSpPr>
        <p:spPr>
          <a:xfrm>
            <a:off x="1434700" y="663882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Plaintext Message</a:t>
            </a:r>
            <a:endParaRPr lang="en-US" sz="950" dirty="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8E38DFE1-878E-8936-06FC-2E684A3AAF24}"/>
              </a:ext>
            </a:extLst>
          </p:cNvPr>
          <p:cNvSpPr/>
          <p:nvPr/>
        </p:nvSpPr>
        <p:spPr>
          <a:xfrm>
            <a:off x="1434700" y="812320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ASCII text input</a:t>
            </a:r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D2523732-C855-49C3-532A-1BF19DAE9318}"/>
              </a:ext>
            </a:extLst>
          </p:cNvPr>
          <p:cNvSpPr/>
          <p:nvPr/>
        </p:nvSpPr>
        <p:spPr>
          <a:xfrm>
            <a:off x="1568581" y="960759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394D1945-0F20-FC67-6D64-17A8514A2DF6}"/>
              </a:ext>
            </a:extLst>
          </p:cNvPr>
          <p:cNvSpPr/>
          <p:nvPr/>
        </p:nvSpPr>
        <p:spPr>
          <a:xfrm>
            <a:off x="1133468" y="1005291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B2D2C527-4E21-787B-1384-498C4A68C7A6}"/>
              </a:ext>
            </a:extLst>
          </p:cNvPr>
          <p:cNvSpPr/>
          <p:nvPr/>
        </p:nvSpPr>
        <p:spPr>
          <a:xfrm>
            <a:off x="1133468" y="1005291"/>
            <a:ext cx="251026" cy="311722"/>
          </a:xfrm>
          <a:prstGeom prst="rect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DBFD862C-400C-B3A9-67C7-7269DD027E35}"/>
              </a:ext>
            </a:extLst>
          </p:cNvPr>
          <p:cNvSpPr/>
          <p:nvPr/>
        </p:nvSpPr>
        <p:spPr>
          <a:xfrm>
            <a:off x="1133468" y="1005291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EF6B64A2-FC66-3565-0889-6E9934C7B6AD}"/>
              </a:ext>
            </a:extLst>
          </p:cNvPr>
          <p:cNvSpPr/>
          <p:nvPr/>
        </p:nvSpPr>
        <p:spPr>
          <a:xfrm>
            <a:off x="1434700" y="1027557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AES-128-CTR Encrypt</a:t>
            </a:r>
            <a:endParaRPr lang="en-US" sz="95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98632375-C9F1-20B3-76BB-C68FCAF70844}"/>
              </a:ext>
            </a:extLst>
          </p:cNvPr>
          <p:cNvSpPr/>
          <p:nvPr/>
        </p:nvSpPr>
        <p:spPr>
          <a:xfrm>
            <a:off x="1434700" y="1175996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NSA Suite B · fresh 128-bit nonce per session</a:t>
            </a:r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57831067-F262-94D6-B368-1DF9FBBE6865}"/>
              </a:ext>
            </a:extLst>
          </p:cNvPr>
          <p:cNvSpPr/>
          <p:nvPr/>
        </p:nvSpPr>
        <p:spPr>
          <a:xfrm>
            <a:off x="1568581" y="1324434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78" name="Shape 18">
            <a:extLst>
              <a:ext uri="{FF2B5EF4-FFF2-40B4-BE49-F238E27FC236}">
                <a16:creationId xmlns:a16="http://schemas.microsoft.com/office/drawing/2014/main" id="{D6104404-2061-B909-59BD-F87EAEC30FBB}"/>
              </a:ext>
            </a:extLst>
          </p:cNvPr>
          <p:cNvSpPr/>
          <p:nvPr/>
        </p:nvSpPr>
        <p:spPr>
          <a:xfrm>
            <a:off x="1133468" y="1368966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050D0"/>
            </a:solidFill>
            <a:prstDash val="solid"/>
          </a:ln>
        </p:spPr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82F48630-5902-EB92-8446-4394DE7F788A}"/>
              </a:ext>
            </a:extLst>
          </p:cNvPr>
          <p:cNvSpPr/>
          <p:nvPr/>
        </p:nvSpPr>
        <p:spPr>
          <a:xfrm>
            <a:off x="1133468" y="1368966"/>
            <a:ext cx="251026" cy="311722"/>
          </a:xfrm>
          <a:prstGeom prst="rect">
            <a:avLst/>
          </a:prstGeom>
          <a:solidFill>
            <a:srgbClr val="8050D0">
              <a:alpha val="80000"/>
            </a:srgbClr>
          </a:solidFill>
          <a:ln w="12700">
            <a:solidFill>
              <a:srgbClr val="8050D0"/>
            </a:solidFill>
            <a:prstDash val="solid"/>
          </a:ln>
        </p:spPr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32ACF039-654B-ED16-378D-0DC5C05038AA}"/>
              </a:ext>
            </a:extLst>
          </p:cNvPr>
          <p:cNvSpPr/>
          <p:nvPr/>
        </p:nvSpPr>
        <p:spPr>
          <a:xfrm>
            <a:off x="1133468" y="1368966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F84F8677-98DD-ACF0-0112-2075DA3DA982}"/>
              </a:ext>
            </a:extLst>
          </p:cNvPr>
          <p:cNvSpPr/>
          <p:nvPr/>
        </p:nvSpPr>
        <p:spPr>
          <a:xfrm>
            <a:off x="1434700" y="1391232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Reed-Solomon ECC</a:t>
            </a:r>
            <a:endParaRPr lang="en-US" sz="9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FFC4A170-FD57-F419-4527-C2EB0FB09612}"/>
              </a:ext>
            </a:extLst>
          </p:cNvPr>
          <p:cNvSpPr/>
          <p:nvPr/>
        </p:nvSpPr>
        <p:spPr>
          <a:xfrm>
            <a:off x="1434700" y="1539671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8 parity symbols · 336-bit frame</a:t>
            </a:r>
          </a:p>
        </p:txBody>
      </p:sp>
      <p:sp>
        <p:nvSpPr>
          <p:cNvPr id="83" name="Text 23">
            <a:extLst>
              <a:ext uri="{FF2B5EF4-FFF2-40B4-BE49-F238E27FC236}">
                <a16:creationId xmlns:a16="http://schemas.microsoft.com/office/drawing/2014/main" id="{A632DC4A-60B1-3C38-3AAE-2C7A376E24E3}"/>
              </a:ext>
            </a:extLst>
          </p:cNvPr>
          <p:cNvSpPr/>
          <p:nvPr/>
        </p:nvSpPr>
        <p:spPr>
          <a:xfrm>
            <a:off x="1568581" y="1688110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84" name="Shape 24">
            <a:extLst>
              <a:ext uri="{FF2B5EF4-FFF2-40B4-BE49-F238E27FC236}">
                <a16:creationId xmlns:a16="http://schemas.microsoft.com/office/drawing/2014/main" id="{CCD802D7-23C1-2F70-015E-0F6A9573091E}"/>
              </a:ext>
            </a:extLst>
          </p:cNvPr>
          <p:cNvSpPr/>
          <p:nvPr/>
        </p:nvSpPr>
        <p:spPr>
          <a:xfrm>
            <a:off x="1133468" y="1732641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D06020"/>
            </a:solidFill>
            <a:prstDash val="solid"/>
          </a:ln>
        </p:spPr>
      </p:sp>
      <p:sp>
        <p:nvSpPr>
          <p:cNvPr id="85" name="Shape 25">
            <a:extLst>
              <a:ext uri="{FF2B5EF4-FFF2-40B4-BE49-F238E27FC236}">
                <a16:creationId xmlns:a16="http://schemas.microsoft.com/office/drawing/2014/main" id="{0E30B07A-BE8A-07E7-BB6E-DB9ABC677EDC}"/>
              </a:ext>
            </a:extLst>
          </p:cNvPr>
          <p:cNvSpPr/>
          <p:nvPr/>
        </p:nvSpPr>
        <p:spPr>
          <a:xfrm>
            <a:off x="1133468" y="1732641"/>
            <a:ext cx="251026" cy="311722"/>
          </a:xfrm>
          <a:prstGeom prst="rect">
            <a:avLst/>
          </a:prstGeom>
          <a:solidFill>
            <a:srgbClr val="D06020">
              <a:alpha val="80000"/>
            </a:srgbClr>
          </a:solidFill>
          <a:ln w="12700">
            <a:solidFill>
              <a:srgbClr val="D06020"/>
            </a:solidFill>
            <a:prstDash val="solid"/>
          </a:ln>
        </p:spPr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FA397C35-A924-9ABE-FF11-A3AF8FF2AD6C}"/>
              </a:ext>
            </a:extLst>
          </p:cNvPr>
          <p:cNvSpPr/>
          <p:nvPr/>
        </p:nvSpPr>
        <p:spPr>
          <a:xfrm>
            <a:off x="1133468" y="1732641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CC261BEE-D78F-F44C-AC85-5CDE592B3518}"/>
              </a:ext>
            </a:extLst>
          </p:cNvPr>
          <p:cNvSpPr/>
          <p:nvPr/>
        </p:nvSpPr>
        <p:spPr>
          <a:xfrm>
            <a:off x="1434700" y="1754907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Bipolar Conversion</a:t>
            </a:r>
            <a:endParaRPr lang="en-US" sz="950" dirty="0"/>
          </a:p>
        </p:txBody>
      </p:sp>
      <p:sp>
        <p:nvSpPr>
          <p:cNvPr id="88" name="Text 28">
            <a:extLst>
              <a:ext uri="{FF2B5EF4-FFF2-40B4-BE49-F238E27FC236}">
                <a16:creationId xmlns:a16="http://schemas.microsoft.com/office/drawing/2014/main" id="{1A13D2E3-B330-282B-D25A-8D2E40561D4F}"/>
              </a:ext>
            </a:extLst>
          </p:cNvPr>
          <p:cNvSpPr/>
          <p:nvPr/>
        </p:nvSpPr>
        <p:spPr>
          <a:xfrm>
            <a:off x="1434700" y="1903346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Bits {0,1} → {-1,+1}</a:t>
            </a:r>
          </a:p>
        </p:txBody>
      </p:sp>
      <p:sp>
        <p:nvSpPr>
          <p:cNvPr id="89" name="Text 29">
            <a:extLst>
              <a:ext uri="{FF2B5EF4-FFF2-40B4-BE49-F238E27FC236}">
                <a16:creationId xmlns:a16="http://schemas.microsoft.com/office/drawing/2014/main" id="{4F3AA884-6B79-A545-0344-679C0CE3FF62}"/>
              </a:ext>
            </a:extLst>
          </p:cNvPr>
          <p:cNvSpPr/>
          <p:nvPr/>
        </p:nvSpPr>
        <p:spPr>
          <a:xfrm>
            <a:off x="1568581" y="2051785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90" name="Shape 30">
            <a:extLst>
              <a:ext uri="{FF2B5EF4-FFF2-40B4-BE49-F238E27FC236}">
                <a16:creationId xmlns:a16="http://schemas.microsoft.com/office/drawing/2014/main" id="{D734C969-B00F-472B-5324-530D0359936A}"/>
              </a:ext>
            </a:extLst>
          </p:cNvPr>
          <p:cNvSpPr/>
          <p:nvPr/>
        </p:nvSpPr>
        <p:spPr>
          <a:xfrm>
            <a:off x="1133468" y="2096317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1" name="Shape 31">
            <a:extLst>
              <a:ext uri="{FF2B5EF4-FFF2-40B4-BE49-F238E27FC236}">
                <a16:creationId xmlns:a16="http://schemas.microsoft.com/office/drawing/2014/main" id="{EFB96EBA-9E18-808E-DCF7-52E9D742E11C}"/>
              </a:ext>
            </a:extLst>
          </p:cNvPr>
          <p:cNvSpPr/>
          <p:nvPr/>
        </p:nvSpPr>
        <p:spPr>
          <a:xfrm>
            <a:off x="1133468" y="2096317"/>
            <a:ext cx="251026" cy="311722"/>
          </a:xfrm>
          <a:prstGeom prst="rect">
            <a:avLst/>
          </a:prstGeom>
          <a:solidFill>
            <a:srgbClr val="00A8A8">
              <a:alpha val="8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127839D8-27E4-EDC7-6B95-F96413C0BF03}"/>
              </a:ext>
            </a:extLst>
          </p:cNvPr>
          <p:cNvSpPr/>
          <p:nvPr/>
        </p:nvSpPr>
        <p:spPr>
          <a:xfrm>
            <a:off x="1133468" y="2096317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483A3363-5C9B-26DE-593F-C3247B1C33BD}"/>
              </a:ext>
            </a:extLst>
          </p:cNvPr>
          <p:cNvSpPr/>
          <p:nvPr/>
        </p:nvSpPr>
        <p:spPr>
          <a:xfrm>
            <a:off x="1434700" y="2118582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C-GAN Generator G</a:t>
            </a:r>
            <a:endParaRPr lang="en-US" sz="950" dirty="0"/>
          </a:p>
        </p:txBody>
      </p:sp>
      <p:sp>
        <p:nvSpPr>
          <p:cNvPr id="94" name="Text 34">
            <a:extLst>
              <a:ext uri="{FF2B5EF4-FFF2-40B4-BE49-F238E27FC236}">
                <a16:creationId xmlns:a16="http://schemas.microsoft.com/office/drawing/2014/main" id="{5E98764A-6A0C-7CAE-ABB4-49B84CF970E2}"/>
              </a:ext>
            </a:extLst>
          </p:cNvPr>
          <p:cNvSpPr/>
          <p:nvPr/>
        </p:nvSpPr>
        <p:spPr>
          <a:xfrm>
            <a:off x="1434700" y="2267021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z~N(0,I64) + msg embed [96-D] → IQ [2×512]</a:t>
            </a:r>
          </a:p>
        </p:txBody>
      </p:sp>
      <p:sp>
        <p:nvSpPr>
          <p:cNvPr id="95" name="Text 35">
            <a:extLst>
              <a:ext uri="{FF2B5EF4-FFF2-40B4-BE49-F238E27FC236}">
                <a16:creationId xmlns:a16="http://schemas.microsoft.com/office/drawing/2014/main" id="{465E5791-960E-4B66-E833-A1908AA9D8C7}"/>
              </a:ext>
            </a:extLst>
          </p:cNvPr>
          <p:cNvSpPr/>
          <p:nvPr/>
        </p:nvSpPr>
        <p:spPr>
          <a:xfrm>
            <a:off x="1568581" y="2415460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96" name="Shape 36">
            <a:extLst>
              <a:ext uri="{FF2B5EF4-FFF2-40B4-BE49-F238E27FC236}">
                <a16:creationId xmlns:a16="http://schemas.microsoft.com/office/drawing/2014/main" id="{8283E339-B39B-015B-931B-43B477E5DAF5}"/>
              </a:ext>
            </a:extLst>
          </p:cNvPr>
          <p:cNvSpPr/>
          <p:nvPr/>
        </p:nvSpPr>
        <p:spPr>
          <a:xfrm>
            <a:off x="1133468" y="2459992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27BF97E3-2B20-1EF8-5969-2487F695A7AC}"/>
              </a:ext>
            </a:extLst>
          </p:cNvPr>
          <p:cNvSpPr/>
          <p:nvPr/>
        </p:nvSpPr>
        <p:spPr>
          <a:xfrm>
            <a:off x="1133468" y="2459992"/>
            <a:ext cx="251026" cy="311722"/>
          </a:xfrm>
          <a:prstGeom prst="rect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8" name="Text 38">
            <a:extLst>
              <a:ext uri="{FF2B5EF4-FFF2-40B4-BE49-F238E27FC236}">
                <a16:creationId xmlns:a16="http://schemas.microsoft.com/office/drawing/2014/main" id="{0A68BD55-D679-9D4E-65D2-704668008637}"/>
              </a:ext>
            </a:extLst>
          </p:cNvPr>
          <p:cNvSpPr/>
          <p:nvPr/>
        </p:nvSpPr>
        <p:spPr>
          <a:xfrm>
            <a:off x="1133468" y="2459992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8102CDE6-2D1F-5D95-8EF7-44C81C9771D6}"/>
              </a:ext>
            </a:extLst>
          </p:cNvPr>
          <p:cNvSpPr/>
          <p:nvPr/>
        </p:nvSpPr>
        <p:spPr>
          <a:xfrm>
            <a:off x="1434700" y="2482258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LPI IQ Waveform</a:t>
            </a:r>
            <a:endParaRPr lang="en-US" sz="95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26DF7BAC-93FD-59BA-7CBF-92BF3A1B8038}"/>
              </a:ext>
            </a:extLst>
          </p:cNvPr>
          <p:cNvSpPr/>
          <p:nvPr/>
        </p:nvSpPr>
        <p:spPr>
          <a:xfrm>
            <a:off x="1434700" y="2630696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2×512 complex samples · statistically Gaussian</a:t>
            </a:r>
          </a:p>
        </p:txBody>
      </p:sp>
      <p:sp>
        <p:nvSpPr>
          <p:cNvPr id="101" name="Text 41">
            <a:extLst>
              <a:ext uri="{FF2B5EF4-FFF2-40B4-BE49-F238E27FC236}">
                <a16:creationId xmlns:a16="http://schemas.microsoft.com/office/drawing/2014/main" id="{EABD11B5-268C-33C2-15B0-D8572910D08E}"/>
              </a:ext>
            </a:extLst>
          </p:cNvPr>
          <p:cNvSpPr/>
          <p:nvPr/>
        </p:nvSpPr>
        <p:spPr>
          <a:xfrm>
            <a:off x="1568581" y="2779135"/>
            <a:ext cx="167351" cy="5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02" name="Shape 42">
            <a:extLst>
              <a:ext uri="{FF2B5EF4-FFF2-40B4-BE49-F238E27FC236}">
                <a16:creationId xmlns:a16="http://schemas.microsoft.com/office/drawing/2014/main" id="{E4D5981A-D222-DD91-2DAB-89AAAB8C042F}"/>
              </a:ext>
            </a:extLst>
          </p:cNvPr>
          <p:cNvSpPr/>
          <p:nvPr/>
        </p:nvSpPr>
        <p:spPr>
          <a:xfrm>
            <a:off x="1133468" y="2823667"/>
            <a:ext cx="3054153" cy="3117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03" name="Shape 43">
            <a:extLst>
              <a:ext uri="{FF2B5EF4-FFF2-40B4-BE49-F238E27FC236}">
                <a16:creationId xmlns:a16="http://schemas.microsoft.com/office/drawing/2014/main" id="{8B055DDF-1E93-626D-F1BE-BB33073C5BF6}"/>
              </a:ext>
            </a:extLst>
          </p:cNvPr>
          <p:cNvSpPr/>
          <p:nvPr/>
        </p:nvSpPr>
        <p:spPr>
          <a:xfrm>
            <a:off x="1133468" y="2823667"/>
            <a:ext cx="251026" cy="311722"/>
          </a:xfrm>
          <a:prstGeom prst="rect">
            <a:avLst/>
          </a:prstGeom>
          <a:solidFill>
            <a:srgbClr val="D94040">
              <a:alpha val="8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04" name="Text 44">
            <a:extLst>
              <a:ext uri="{FF2B5EF4-FFF2-40B4-BE49-F238E27FC236}">
                <a16:creationId xmlns:a16="http://schemas.microsoft.com/office/drawing/2014/main" id="{4D8FF7A5-7E38-1576-566B-424052861C8F}"/>
              </a:ext>
            </a:extLst>
          </p:cNvPr>
          <p:cNvSpPr/>
          <p:nvPr/>
        </p:nvSpPr>
        <p:spPr>
          <a:xfrm>
            <a:off x="1133468" y="2823667"/>
            <a:ext cx="251026" cy="311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105" name="Text 45">
            <a:extLst>
              <a:ext uri="{FF2B5EF4-FFF2-40B4-BE49-F238E27FC236}">
                <a16:creationId xmlns:a16="http://schemas.microsoft.com/office/drawing/2014/main" id="{10495222-8199-A1D4-AC57-BF6BD6B970A6}"/>
              </a:ext>
            </a:extLst>
          </p:cNvPr>
          <p:cNvSpPr/>
          <p:nvPr/>
        </p:nvSpPr>
        <p:spPr>
          <a:xfrm>
            <a:off x="1434700" y="2845933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SDR Export (complex64)</a:t>
            </a:r>
            <a:endParaRPr lang="en-US" sz="950" dirty="0"/>
          </a:p>
        </p:txBody>
      </p:sp>
      <p:sp>
        <p:nvSpPr>
          <p:cNvPr id="106" name="Text 46">
            <a:extLst>
              <a:ext uri="{FF2B5EF4-FFF2-40B4-BE49-F238E27FC236}">
                <a16:creationId xmlns:a16="http://schemas.microsoft.com/office/drawing/2014/main" id="{91DF5976-6EB8-AFDA-13FA-C4C767851D92}"/>
              </a:ext>
            </a:extLst>
          </p:cNvPr>
          <p:cNvSpPr/>
          <p:nvPr/>
        </p:nvSpPr>
        <p:spPr>
          <a:xfrm>
            <a:off x="1434700" y="2994372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BladeRF · 915 MHz · 2 MSPS</a:t>
            </a:r>
          </a:p>
        </p:txBody>
      </p:sp>
      <p:sp>
        <p:nvSpPr>
          <p:cNvPr id="107" name="Shape 47">
            <a:extLst>
              <a:ext uri="{FF2B5EF4-FFF2-40B4-BE49-F238E27FC236}">
                <a16:creationId xmlns:a16="http://schemas.microsoft.com/office/drawing/2014/main" id="{801564DD-0D70-30DD-EB1A-CF4CE3BB9021}"/>
              </a:ext>
            </a:extLst>
          </p:cNvPr>
          <p:cNvSpPr/>
          <p:nvPr/>
        </p:nvSpPr>
        <p:spPr>
          <a:xfrm>
            <a:off x="4271296" y="1606467"/>
            <a:ext cx="753079" cy="972275"/>
          </a:xfrm>
          <a:prstGeom prst="rect">
            <a:avLst/>
          </a:prstGeom>
          <a:solidFill>
            <a:srgbClr val="1A1040"/>
          </a:solidFill>
          <a:ln w="19050">
            <a:solidFill>
              <a:srgbClr val="8050D0"/>
            </a:solidFill>
            <a:prstDash val="solid"/>
          </a:ln>
        </p:spPr>
      </p:sp>
      <p:sp>
        <p:nvSpPr>
          <p:cNvPr id="108" name="Text 48">
            <a:extLst>
              <a:ext uri="{FF2B5EF4-FFF2-40B4-BE49-F238E27FC236}">
                <a16:creationId xmlns:a16="http://schemas.microsoft.com/office/drawing/2014/main" id="{2E386397-36F7-2302-A2FD-9E50A26B7D28}"/>
              </a:ext>
            </a:extLst>
          </p:cNvPr>
          <p:cNvSpPr/>
          <p:nvPr/>
        </p:nvSpPr>
        <p:spPr>
          <a:xfrm>
            <a:off x="4271296" y="1606468"/>
            <a:ext cx="753079" cy="445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50D0"/>
                </a:solidFill>
              </a:rPr>
              <a:t>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050D0"/>
                </a:solidFill>
              </a:rPr>
              <a:t>Channel</a:t>
            </a:r>
            <a:endParaRPr lang="en-US" sz="900" dirty="0"/>
          </a:p>
        </p:txBody>
      </p:sp>
      <p:sp>
        <p:nvSpPr>
          <p:cNvPr id="109" name="Text 49">
            <a:extLst>
              <a:ext uri="{FF2B5EF4-FFF2-40B4-BE49-F238E27FC236}">
                <a16:creationId xmlns:a16="http://schemas.microsoft.com/office/drawing/2014/main" id="{EF3CEC50-7CF5-F6EC-F54B-37435DEE742D}"/>
              </a:ext>
            </a:extLst>
          </p:cNvPr>
          <p:cNvSpPr/>
          <p:nvPr/>
        </p:nvSpPr>
        <p:spPr>
          <a:xfrm>
            <a:off x="4271296" y="2036941"/>
            <a:ext cx="753079" cy="385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8"/>
                </a:solidFill>
              </a:rPr>
              <a:t>AWGN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8"/>
                </a:solidFill>
              </a:rPr>
              <a:t>Multipath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8"/>
                </a:solidFill>
              </a:rPr>
              <a:t>Phase/Freq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8"/>
                </a:solidFill>
              </a:rPr>
              <a:t>AGC</a:t>
            </a:r>
            <a:endParaRPr lang="en-US" sz="700" dirty="0"/>
          </a:p>
        </p:txBody>
      </p:sp>
      <p:sp>
        <p:nvSpPr>
          <p:cNvPr id="110" name="Shape 50">
            <a:extLst>
              <a:ext uri="{FF2B5EF4-FFF2-40B4-BE49-F238E27FC236}">
                <a16:creationId xmlns:a16="http://schemas.microsoft.com/office/drawing/2014/main" id="{EE89DE8F-5494-4657-16DC-03A4A13F1054}"/>
              </a:ext>
            </a:extLst>
          </p:cNvPr>
          <p:cNvSpPr/>
          <p:nvPr/>
        </p:nvSpPr>
        <p:spPr>
          <a:xfrm>
            <a:off x="7743826" y="604506"/>
            <a:ext cx="711241" cy="259768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11" name="Text 51">
            <a:extLst>
              <a:ext uri="{FF2B5EF4-FFF2-40B4-BE49-F238E27FC236}">
                <a16:creationId xmlns:a16="http://schemas.microsoft.com/office/drawing/2014/main" id="{590555EF-7A3F-6536-4059-29DE5B193083}"/>
              </a:ext>
            </a:extLst>
          </p:cNvPr>
          <p:cNvSpPr/>
          <p:nvPr/>
        </p:nvSpPr>
        <p:spPr>
          <a:xfrm>
            <a:off x="7743826" y="604506"/>
            <a:ext cx="711241" cy="25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/>
              <a:t>X</a:t>
            </a:r>
            <a:endParaRPr lang="en-US" sz="1400" dirty="0"/>
          </a:p>
        </p:txBody>
      </p:sp>
      <p:sp>
        <p:nvSpPr>
          <p:cNvPr id="112" name="Shape 52">
            <a:extLst>
              <a:ext uri="{FF2B5EF4-FFF2-40B4-BE49-F238E27FC236}">
                <a16:creationId xmlns:a16="http://schemas.microsoft.com/office/drawing/2014/main" id="{C5406F21-C172-E08E-1B58-201AD6759E7B}"/>
              </a:ext>
            </a:extLst>
          </p:cNvPr>
          <p:cNvSpPr/>
          <p:nvPr/>
        </p:nvSpPr>
        <p:spPr>
          <a:xfrm>
            <a:off x="5149888" y="686689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3" name="Shape 53">
            <a:extLst>
              <a:ext uri="{FF2B5EF4-FFF2-40B4-BE49-F238E27FC236}">
                <a16:creationId xmlns:a16="http://schemas.microsoft.com/office/drawing/2014/main" id="{84EA3601-73A3-0C21-8743-F3326A087347}"/>
              </a:ext>
            </a:extLst>
          </p:cNvPr>
          <p:cNvSpPr/>
          <p:nvPr/>
        </p:nvSpPr>
        <p:spPr>
          <a:xfrm>
            <a:off x="5149888" y="686689"/>
            <a:ext cx="251026" cy="341409"/>
          </a:xfrm>
          <a:prstGeom prst="rect">
            <a:avLst/>
          </a:prstGeom>
          <a:solidFill>
            <a:srgbClr val="00A8A8">
              <a:alpha val="8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4" name="Text 54">
            <a:extLst>
              <a:ext uri="{FF2B5EF4-FFF2-40B4-BE49-F238E27FC236}">
                <a16:creationId xmlns:a16="http://schemas.microsoft.com/office/drawing/2014/main" id="{0A4A4558-541D-A4FE-D782-335DF26FC741}"/>
              </a:ext>
            </a:extLst>
          </p:cNvPr>
          <p:cNvSpPr/>
          <p:nvPr/>
        </p:nvSpPr>
        <p:spPr>
          <a:xfrm>
            <a:off x="5149888" y="686689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5" name="Text 55">
            <a:extLst>
              <a:ext uri="{FF2B5EF4-FFF2-40B4-BE49-F238E27FC236}">
                <a16:creationId xmlns:a16="http://schemas.microsoft.com/office/drawing/2014/main" id="{F8BEC6BE-DD83-7427-8ABF-C8FD58A9CE07}"/>
              </a:ext>
            </a:extLst>
          </p:cNvPr>
          <p:cNvSpPr/>
          <p:nvPr/>
        </p:nvSpPr>
        <p:spPr>
          <a:xfrm>
            <a:off x="5451120" y="716376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Received IQ Samples</a:t>
            </a:r>
            <a:endParaRPr lang="en-US" sz="950" dirty="0"/>
          </a:p>
        </p:txBody>
      </p:sp>
      <p:sp>
        <p:nvSpPr>
          <p:cNvPr id="116" name="Text 56">
            <a:extLst>
              <a:ext uri="{FF2B5EF4-FFF2-40B4-BE49-F238E27FC236}">
                <a16:creationId xmlns:a16="http://schemas.microsoft.com/office/drawing/2014/main" id="{B6A6B6C2-8E6E-F9E5-ADE3-4930A5E02F43}"/>
              </a:ext>
            </a:extLst>
          </p:cNvPr>
          <p:cNvSpPr/>
          <p:nvPr/>
        </p:nvSpPr>
        <p:spPr>
          <a:xfrm>
            <a:off x="5451120" y="872237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From BladeRF OTA or simulation</a:t>
            </a:r>
          </a:p>
        </p:txBody>
      </p:sp>
      <p:sp>
        <p:nvSpPr>
          <p:cNvPr id="117" name="Text 57">
            <a:extLst>
              <a:ext uri="{FF2B5EF4-FFF2-40B4-BE49-F238E27FC236}">
                <a16:creationId xmlns:a16="http://schemas.microsoft.com/office/drawing/2014/main" id="{6C3DC57E-2F6D-E94F-86C0-BD88131A8DAF}"/>
              </a:ext>
            </a:extLst>
          </p:cNvPr>
          <p:cNvSpPr/>
          <p:nvPr/>
        </p:nvSpPr>
        <p:spPr>
          <a:xfrm>
            <a:off x="5585000" y="1042942"/>
            <a:ext cx="167351" cy="74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18" name="Shape 58">
            <a:extLst>
              <a:ext uri="{FF2B5EF4-FFF2-40B4-BE49-F238E27FC236}">
                <a16:creationId xmlns:a16="http://schemas.microsoft.com/office/drawing/2014/main" id="{AA06DCA4-6AD6-DE61-E854-2485BDA28A4A}"/>
              </a:ext>
            </a:extLst>
          </p:cNvPr>
          <p:cNvSpPr/>
          <p:nvPr/>
        </p:nvSpPr>
        <p:spPr>
          <a:xfrm>
            <a:off x="5149888" y="1094896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9" name="Shape 59">
            <a:extLst>
              <a:ext uri="{FF2B5EF4-FFF2-40B4-BE49-F238E27FC236}">
                <a16:creationId xmlns:a16="http://schemas.microsoft.com/office/drawing/2014/main" id="{4A18BF00-8D82-CFC0-3EF8-6E0DE6A3D62E}"/>
              </a:ext>
            </a:extLst>
          </p:cNvPr>
          <p:cNvSpPr/>
          <p:nvPr/>
        </p:nvSpPr>
        <p:spPr>
          <a:xfrm>
            <a:off x="5149888" y="1094896"/>
            <a:ext cx="251026" cy="341409"/>
          </a:xfrm>
          <a:prstGeom prst="rect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0" name="Text 60">
            <a:extLst>
              <a:ext uri="{FF2B5EF4-FFF2-40B4-BE49-F238E27FC236}">
                <a16:creationId xmlns:a16="http://schemas.microsoft.com/office/drawing/2014/main" id="{6208ADEB-8CB6-CCF8-F2FB-F1AC36505648}"/>
              </a:ext>
            </a:extLst>
          </p:cNvPr>
          <p:cNvSpPr/>
          <p:nvPr/>
        </p:nvSpPr>
        <p:spPr>
          <a:xfrm>
            <a:off x="5149888" y="1094896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1" name="Text 61">
            <a:extLst>
              <a:ext uri="{FF2B5EF4-FFF2-40B4-BE49-F238E27FC236}">
                <a16:creationId xmlns:a16="http://schemas.microsoft.com/office/drawing/2014/main" id="{651A92C8-7DDB-C36E-CCDE-F2551B49E660}"/>
              </a:ext>
            </a:extLst>
          </p:cNvPr>
          <p:cNvSpPr/>
          <p:nvPr/>
        </p:nvSpPr>
        <p:spPr>
          <a:xfrm>
            <a:off x="5451120" y="1124583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Neural Decoder (CNN)</a:t>
            </a:r>
            <a:endParaRPr lang="en-US" sz="950" dirty="0"/>
          </a:p>
        </p:txBody>
      </p:sp>
      <p:sp>
        <p:nvSpPr>
          <p:cNvPr id="122" name="Text 62">
            <a:extLst>
              <a:ext uri="{FF2B5EF4-FFF2-40B4-BE49-F238E27FC236}">
                <a16:creationId xmlns:a16="http://schemas.microsoft.com/office/drawing/2014/main" id="{4A411FCB-61BE-DE39-490E-52A0E1A8FC06}"/>
              </a:ext>
            </a:extLst>
          </p:cNvPr>
          <p:cNvSpPr/>
          <p:nvPr/>
        </p:nvSpPr>
        <p:spPr>
          <a:xfrm>
            <a:off x="5451120" y="1280444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Recovers bit posteriors from IQ</a:t>
            </a:r>
          </a:p>
        </p:txBody>
      </p:sp>
      <p:sp>
        <p:nvSpPr>
          <p:cNvPr id="123" name="Text 63">
            <a:extLst>
              <a:ext uri="{FF2B5EF4-FFF2-40B4-BE49-F238E27FC236}">
                <a16:creationId xmlns:a16="http://schemas.microsoft.com/office/drawing/2014/main" id="{9E54240B-1C7F-2A06-AC3A-D5821F15CEA0}"/>
              </a:ext>
            </a:extLst>
          </p:cNvPr>
          <p:cNvSpPr/>
          <p:nvPr/>
        </p:nvSpPr>
        <p:spPr>
          <a:xfrm>
            <a:off x="5585000" y="1451149"/>
            <a:ext cx="167351" cy="74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24" name="Shape 64">
            <a:extLst>
              <a:ext uri="{FF2B5EF4-FFF2-40B4-BE49-F238E27FC236}">
                <a16:creationId xmlns:a16="http://schemas.microsoft.com/office/drawing/2014/main" id="{F96E4EA4-B2FE-00E9-AE54-B4755E55A3BC}"/>
              </a:ext>
            </a:extLst>
          </p:cNvPr>
          <p:cNvSpPr/>
          <p:nvPr/>
        </p:nvSpPr>
        <p:spPr>
          <a:xfrm>
            <a:off x="5149888" y="1503102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8050D0"/>
            </a:solidFill>
            <a:prstDash val="solid"/>
          </a:ln>
        </p:spPr>
      </p:sp>
      <p:sp>
        <p:nvSpPr>
          <p:cNvPr id="125" name="Shape 65">
            <a:extLst>
              <a:ext uri="{FF2B5EF4-FFF2-40B4-BE49-F238E27FC236}">
                <a16:creationId xmlns:a16="http://schemas.microsoft.com/office/drawing/2014/main" id="{C5D2A8BD-38D0-4D85-572B-65C1F509D5E5}"/>
              </a:ext>
            </a:extLst>
          </p:cNvPr>
          <p:cNvSpPr/>
          <p:nvPr/>
        </p:nvSpPr>
        <p:spPr>
          <a:xfrm>
            <a:off x="5149888" y="1503102"/>
            <a:ext cx="251026" cy="341409"/>
          </a:xfrm>
          <a:prstGeom prst="rect">
            <a:avLst/>
          </a:prstGeom>
          <a:solidFill>
            <a:srgbClr val="8050D0">
              <a:alpha val="80000"/>
            </a:srgbClr>
          </a:solidFill>
          <a:ln w="12700">
            <a:solidFill>
              <a:srgbClr val="8050D0"/>
            </a:solidFill>
            <a:prstDash val="solid"/>
          </a:ln>
        </p:spPr>
      </p:sp>
      <p:sp>
        <p:nvSpPr>
          <p:cNvPr id="126" name="Text 66">
            <a:extLst>
              <a:ext uri="{FF2B5EF4-FFF2-40B4-BE49-F238E27FC236}">
                <a16:creationId xmlns:a16="http://schemas.microsoft.com/office/drawing/2014/main" id="{EA8DC118-9ABC-7F9A-0D13-2E316CB9ABD1}"/>
              </a:ext>
            </a:extLst>
          </p:cNvPr>
          <p:cNvSpPr/>
          <p:nvPr/>
        </p:nvSpPr>
        <p:spPr>
          <a:xfrm>
            <a:off x="5149888" y="1503102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7" name="Text 67">
            <a:extLst>
              <a:ext uri="{FF2B5EF4-FFF2-40B4-BE49-F238E27FC236}">
                <a16:creationId xmlns:a16="http://schemas.microsoft.com/office/drawing/2014/main" id="{29954B5B-21DC-2E5B-ABF6-DF6ADAE07075}"/>
              </a:ext>
            </a:extLst>
          </p:cNvPr>
          <p:cNvSpPr/>
          <p:nvPr/>
        </p:nvSpPr>
        <p:spPr>
          <a:xfrm>
            <a:off x="5451120" y="1532790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Bit Recovery</a:t>
            </a:r>
            <a:endParaRPr lang="en-US" sz="950" dirty="0"/>
          </a:p>
        </p:txBody>
      </p:sp>
      <p:sp>
        <p:nvSpPr>
          <p:cNvPr id="128" name="Text 68">
            <a:extLst>
              <a:ext uri="{FF2B5EF4-FFF2-40B4-BE49-F238E27FC236}">
                <a16:creationId xmlns:a16="http://schemas.microsoft.com/office/drawing/2014/main" id="{7D9E7B03-CA7C-58B3-D66B-972F5F3847F5}"/>
              </a:ext>
            </a:extLst>
          </p:cNvPr>
          <p:cNvSpPr/>
          <p:nvPr/>
        </p:nvSpPr>
        <p:spPr>
          <a:xfrm>
            <a:off x="5451120" y="1688651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Tanh → {0,1} via threshold</a:t>
            </a:r>
          </a:p>
        </p:txBody>
      </p:sp>
      <p:sp>
        <p:nvSpPr>
          <p:cNvPr id="129" name="Text 69">
            <a:extLst>
              <a:ext uri="{FF2B5EF4-FFF2-40B4-BE49-F238E27FC236}">
                <a16:creationId xmlns:a16="http://schemas.microsoft.com/office/drawing/2014/main" id="{217A24E7-1053-6877-9D73-89DAA5E5C949}"/>
              </a:ext>
            </a:extLst>
          </p:cNvPr>
          <p:cNvSpPr/>
          <p:nvPr/>
        </p:nvSpPr>
        <p:spPr>
          <a:xfrm>
            <a:off x="5585000" y="1859356"/>
            <a:ext cx="167351" cy="74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30" name="Shape 70">
            <a:extLst>
              <a:ext uri="{FF2B5EF4-FFF2-40B4-BE49-F238E27FC236}">
                <a16:creationId xmlns:a16="http://schemas.microsoft.com/office/drawing/2014/main" id="{679D0B9D-E6BC-D0BD-1FDF-F9D3B19B877F}"/>
              </a:ext>
            </a:extLst>
          </p:cNvPr>
          <p:cNvSpPr/>
          <p:nvPr/>
        </p:nvSpPr>
        <p:spPr>
          <a:xfrm>
            <a:off x="5149888" y="1911309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D06020"/>
            </a:solidFill>
            <a:prstDash val="solid"/>
          </a:ln>
        </p:spPr>
      </p:sp>
      <p:sp>
        <p:nvSpPr>
          <p:cNvPr id="131" name="Shape 71">
            <a:extLst>
              <a:ext uri="{FF2B5EF4-FFF2-40B4-BE49-F238E27FC236}">
                <a16:creationId xmlns:a16="http://schemas.microsoft.com/office/drawing/2014/main" id="{56BF000D-62F6-F779-EF2A-1B030CB8758E}"/>
              </a:ext>
            </a:extLst>
          </p:cNvPr>
          <p:cNvSpPr/>
          <p:nvPr/>
        </p:nvSpPr>
        <p:spPr>
          <a:xfrm>
            <a:off x="5149888" y="1911309"/>
            <a:ext cx="251026" cy="341409"/>
          </a:xfrm>
          <a:prstGeom prst="rect">
            <a:avLst/>
          </a:prstGeom>
          <a:solidFill>
            <a:srgbClr val="D06020">
              <a:alpha val="80000"/>
            </a:srgbClr>
          </a:solidFill>
          <a:ln w="12700">
            <a:solidFill>
              <a:srgbClr val="D06020"/>
            </a:solidFill>
            <a:prstDash val="solid"/>
          </a:ln>
        </p:spPr>
      </p:sp>
      <p:sp>
        <p:nvSpPr>
          <p:cNvPr id="132" name="Text 72">
            <a:extLst>
              <a:ext uri="{FF2B5EF4-FFF2-40B4-BE49-F238E27FC236}">
                <a16:creationId xmlns:a16="http://schemas.microsoft.com/office/drawing/2014/main" id="{8C2B99C6-C543-70DA-855A-3241340299C2}"/>
              </a:ext>
            </a:extLst>
          </p:cNvPr>
          <p:cNvSpPr/>
          <p:nvPr/>
        </p:nvSpPr>
        <p:spPr>
          <a:xfrm>
            <a:off x="5149888" y="1911309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33" name="Text 73">
            <a:extLst>
              <a:ext uri="{FF2B5EF4-FFF2-40B4-BE49-F238E27FC236}">
                <a16:creationId xmlns:a16="http://schemas.microsoft.com/office/drawing/2014/main" id="{064647D2-7A8E-4591-14FA-2230F4825A0F}"/>
              </a:ext>
            </a:extLst>
          </p:cNvPr>
          <p:cNvSpPr/>
          <p:nvPr/>
        </p:nvSpPr>
        <p:spPr>
          <a:xfrm>
            <a:off x="5451120" y="1940997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Reed-Solomon Decode</a:t>
            </a:r>
            <a:endParaRPr lang="en-US" sz="950" dirty="0"/>
          </a:p>
        </p:txBody>
      </p:sp>
      <p:sp>
        <p:nvSpPr>
          <p:cNvPr id="134" name="Text 74">
            <a:extLst>
              <a:ext uri="{FF2B5EF4-FFF2-40B4-BE49-F238E27FC236}">
                <a16:creationId xmlns:a16="http://schemas.microsoft.com/office/drawing/2014/main" id="{6F3F7146-1B35-C8AC-DEB8-7296F67E413C}"/>
              </a:ext>
            </a:extLst>
          </p:cNvPr>
          <p:cNvSpPr/>
          <p:nvPr/>
        </p:nvSpPr>
        <p:spPr>
          <a:xfrm>
            <a:off x="5451120" y="2096858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Error correction applied</a:t>
            </a:r>
          </a:p>
        </p:txBody>
      </p:sp>
      <p:sp>
        <p:nvSpPr>
          <p:cNvPr id="135" name="Text 75">
            <a:extLst>
              <a:ext uri="{FF2B5EF4-FFF2-40B4-BE49-F238E27FC236}">
                <a16:creationId xmlns:a16="http://schemas.microsoft.com/office/drawing/2014/main" id="{64B19E25-8019-F206-C08B-0FC3B0559A90}"/>
              </a:ext>
            </a:extLst>
          </p:cNvPr>
          <p:cNvSpPr/>
          <p:nvPr/>
        </p:nvSpPr>
        <p:spPr>
          <a:xfrm>
            <a:off x="5585000" y="2267563"/>
            <a:ext cx="167351" cy="74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36" name="Shape 76">
            <a:extLst>
              <a:ext uri="{FF2B5EF4-FFF2-40B4-BE49-F238E27FC236}">
                <a16:creationId xmlns:a16="http://schemas.microsoft.com/office/drawing/2014/main" id="{27E07250-F4B6-B8CE-967F-C48DB0CD89C5}"/>
              </a:ext>
            </a:extLst>
          </p:cNvPr>
          <p:cNvSpPr/>
          <p:nvPr/>
        </p:nvSpPr>
        <p:spPr>
          <a:xfrm>
            <a:off x="5149888" y="2319516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7" name="Shape 77">
            <a:extLst>
              <a:ext uri="{FF2B5EF4-FFF2-40B4-BE49-F238E27FC236}">
                <a16:creationId xmlns:a16="http://schemas.microsoft.com/office/drawing/2014/main" id="{C3949956-133F-B796-BB5D-D38514685CEF}"/>
              </a:ext>
            </a:extLst>
          </p:cNvPr>
          <p:cNvSpPr/>
          <p:nvPr/>
        </p:nvSpPr>
        <p:spPr>
          <a:xfrm>
            <a:off x="5149888" y="2319516"/>
            <a:ext cx="251026" cy="341409"/>
          </a:xfrm>
          <a:prstGeom prst="rect">
            <a:avLst/>
          </a:prstGeom>
          <a:solidFill>
            <a:srgbClr val="00A8A8">
              <a:alpha val="8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8" name="Text 78">
            <a:extLst>
              <a:ext uri="{FF2B5EF4-FFF2-40B4-BE49-F238E27FC236}">
                <a16:creationId xmlns:a16="http://schemas.microsoft.com/office/drawing/2014/main" id="{E92336F2-3ED9-346A-9CBC-BDF95CF4DA7C}"/>
              </a:ext>
            </a:extLst>
          </p:cNvPr>
          <p:cNvSpPr/>
          <p:nvPr/>
        </p:nvSpPr>
        <p:spPr>
          <a:xfrm>
            <a:off x="5149888" y="2319516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39" name="Text 79">
            <a:extLst>
              <a:ext uri="{FF2B5EF4-FFF2-40B4-BE49-F238E27FC236}">
                <a16:creationId xmlns:a16="http://schemas.microsoft.com/office/drawing/2014/main" id="{7461CCA3-6F5B-1E8A-41E7-FD3785ADB57C}"/>
              </a:ext>
            </a:extLst>
          </p:cNvPr>
          <p:cNvSpPr/>
          <p:nvPr/>
        </p:nvSpPr>
        <p:spPr>
          <a:xfrm>
            <a:off x="5451120" y="2349204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AES-128-CTR Decrypt</a:t>
            </a:r>
            <a:endParaRPr lang="en-US" sz="950" dirty="0"/>
          </a:p>
        </p:txBody>
      </p:sp>
      <p:sp>
        <p:nvSpPr>
          <p:cNvPr id="140" name="Text 80">
            <a:extLst>
              <a:ext uri="{FF2B5EF4-FFF2-40B4-BE49-F238E27FC236}">
                <a16:creationId xmlns:a16="http://schemas.microsoft.com/office/drawing/2014/main" id="{8C26FBEC-5503-D8BA-6CDF-1F22A109EF7D}"/>
              </a:ext>
            </a:extLst>
          </p:cNvPr>
          <p:cNvSpPr/>
          <p:nvPr/>
        </p:nvSpPr>
        <p:spPr>
          <a:xfrm>
            <a:off x="5451120" y="2505065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Authenticated decryption</a:t>
            </a:r>
          </a:p>
        </p:txBody>
      </p:sp>
      <p:sp>
        <p:nvSpPr>
          <p:cNvPr id="141" name="Text 81">
            <a:extLst>
              <a:ext uri="{FF2B5EF4-FFF2-40B4-BE49-F238E27FC236}">
                <a16:creationId xmlns:a16="http://schemas.microsoft.com/office/drawing/2014/main" id="{7B84234F-1A04-0F14-BD4C-90EF0F744321}"/>
              </a:ext>
            </a:extLst>
          </p:cNvPr>
          <p:cNvSpPr/>
          <p:nvPr/>
        </p:nvSpPr>
        <p:spPr>
          <a:xfrm>
            <a:off x="5585000" y="2675769"/>
            <a:ext cx="167351" cy="74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0"/>
                </a:solidFill>
              </a:rPr>
              <a:t>▼</a:t>
            </a:r>
            <a:endParaRPr lang="en-US" sz="700" dirty="0"/>
          </a:p>
        </p:txBody>
      </p:sp>
      <p:sp>
        <p:nvSpPr>
          <p:cNvPr id="142" name="Shape 82">
            <a:extLst>
              <a:ext uri="{FF2B5EF4-FFF2-40B4-BE49-F238E27FC236}">
                <a16:creationId xmlns:a16="http://schemas.microsoft.com/office/drawing/2014/main" id="{47AF91EB-BFEC-7A78-FB35-2E63E1AEA6C8}"/>
              </a:ext>
            </a:extLst>
          </p:cNvPr>
          <p:cNvSpPr/>
          <p:nvPr/>
        </p:nvSpPr>
        <p:spPr>
          <a:xfrm>
            <a:off x="5149888" y="2727723"/>
            <a:ext cx="2510262" cy="3414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3" name="Shape 83">
            <a:extLst>
              <a:ext uri="{FF2B5EF4-FFF2-40B4-BE49-F238E27FC236}">
                <a16:creationId xmlns:a16="http://schemas.microsoft.com/office/drawing/2014/main" id="{5D88CEAB-37F2-637E-4394-754CF6CA5B02}"/>
              </a:ext>
            </a:extLst>
          </p:cNvPr>
          <p:cNvSpPr/>
          <p:nvPr/>
        </p:nvSpPr>
        <p:spPr>
          <a:xfrm>
            <a:off x="5149888" y="2727723"/>
            <a:ext cx="251026" cy="341409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4" name="Text 84">
            <a:extLst>
              <a:ext uri="{FF2B5EF4-FFF2-40B4-BE49-F238E27FC236}">
                <a16:creationId xmlns:a16="http://schemas.microsoft.com/office/drawing/2014/main" id="{85967FF4-FE66-C229-BF17-4DB18DCE5884}"/>
              </a:ext>
            </a:extLst>
          </p:cNvPr>
          <p:cNvSpPr/>
          <p:nvPr/>
        </p:nvSpPr>
        <p:spPr>
          <a:xfrm>
            <a:off x="5149888" y="2727723"/>
            <a:ext cx="251026" cy="341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145" name="Text 85">
            <a:extLst>
              <a:ext uri="{FF2B5EF4-FFF2-40B4-BE49-F238E27FC236}">
                <a16:creationId xmlns:a16="http://schemas.microsoft.com/office/drawing/2014/main" id="{D5BF7EC7-72A9-DDD3-E2BF-9A13A133469B}"/>
              </a:ext>
            </a:extLst>
          </p:cNvPr>
          <p:cNvSpPr/>
          <p:nvPr/>
        </p:nvSpPr>
        <p:spPr>
          <a:xfrm>
            <a:off x="5451120" y="2757411"/>
            <a:ext cx="2091885" cy="14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Recovered Plaintext</a:t>
            </a:r>
            <a:endParaRPr lang="en-US" sz="950" dirty="0"/>
          </a:p>
        </p:txBody>
      </p:sp>
      <p:sp>
        <p:nvSpPr>
          <p:cNvPr id="146" name="Text 86">
            <a:extLst>
              <a:ext uri="{FF2B5EF4-FFF2-40B4-BE49-F238E27FC236}">
                <a16:creationId xmlns:a16="http://schemas.microsoft.com/office/drawing/2014/main" id="{F614AA38-08FC-F774-31A3-9E4E44B56732}"/>
              </a:ext>
            </a:extLst>
          </p:cNvPr>
          <p:cNvSpPr/>
          <p:nvPr/>
        </p:nvSpPr>
        <p:spPr>
          <a:xfrm>
            <a:off x="5451120" y="2913272"/>
            <a:ext cx="2091885" cy="11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Exact message match verified</a:t>
            </a:r>
          </a:p>
        </p:txBody>
      </p:sp>
    </p:spTree>
    <p:extLst>
      <p:ext uri="{BB962C8B-B14F-4D97-AF65-F5344CB8AC3E}">
        <p14:creationId xmlns:p14="http://schemas.microsoft.com/office/powerpoint/2010/main" val="191040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FA4F9-92AA-4185-2E65-239F722F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A3E1D89-D8E6-5AC2-AA5B-83D233BC04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26478"/>
              </p:ext>
            </p:extLst>
          </p:nvPr>
        </p:nvGraphicFramePr>
        <p:xfrm>
          <a:off x="0" y="732693"/>
          <a:ext cx="9002751" cy="1764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C3306313-65F5-6E37-1291-5B63CF0379F1}"/>
              </a:ext>
            </a:extLst>
          </p:cNvPr>
          <p:cNvSpPr/>
          <p:nvPr/>
        </p:nvSpPr>
        <p:spPr>
          <a:xfrm>
            <a:off x="274320" y="470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Teaching The Generator To Make Waveforms That Are Statistically Indistinguishable From Noise</a:t>
            </a:r>
            <a:endParaRPr kumimoji="0" lang="en-US" sz="1100" b="1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7CB67A-E18F-E3BD-6389-D68D795A27F4}"/>
              </a:ext>
            </a:extLst>
          </p:cNvPr>
          <p:cNvSpPr/>
          <p:nvPr/>
        </p:nvSpPr>
        <p:spPr>
          <a:xfrm>
            <a:off x="895444" y="1658668"/>
            <a:ext cx="2159990" cy="23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A8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 1: Stochastic Dither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0A2986-D7FA-2243-73FE-54AA098DFAE0}"/>
              </a:ext>
            </a:extLst>
          </p:cNvPr>
          <p:cNvSpPr/>
          <p:nvPr/>
        </p:nvSpPr>
        <p:spPr>
          <a:xfrm>
            <a:off x="3397035" y="1663250"/>
            <a:ext cx="22380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 2: Diversity Regularisation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9E6E87-B3C7-1C85-5F69-619FEC3A1AAA}"/>
              </a:ext>
            </a:extLst>
          </p:cNvPr>
          <p:cNvSpPr/>
          <p:nvPr/>
        </p:nvSpPr>
        <p:spPr>
          <a:xfrm>
            <a:off x="5924648" y="1663250"/>
            <a:ext cx="2213888" cy="23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8050D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 3: Refreshed Adversary (D2)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C46042F5-1FF6-7AE4-1E7B-51BD12553667}"/>
              </a:ext>
            </a:extLst>
          </p:cNvPr>
          <p:cNvSpPr/>
          <p:nvPr/>
        </p:nvSpPr>
        <p:spPr>
          <a:xfrm>
            <a:off x="0" y="0"/>
            <a:ext cx="9144000" cy="4704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564E6CCB-E9C7-52E6-A64A-9033F77649D3}"/>
              </a:ext>
            </a:extLst>
          </p:cNvPr>
          <p:cNvSpPr/>
          <p:nvPr/>
        </p:nvSpPr>
        <p:spPr>
          <a:xfrm>
            <a:off x="274320" y="45720"/>
            <a:ext cx="8595360" cy="405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STATUS — TRG &amp; WAVEFORM GEN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646C6B0-E144-57F4-9081-9456DC7623F4}"/>
              </a:ext>
            </a:extLst>
          </p:cNvPr>
          <p:cNvSpPr/>
          <p:nvPr/>
        </p:nvSpPr>
        <p:spPr>
          <a:xfrm>
            <a:off x="-123779" y="850593"/>
            <a:ext cx="1915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Core Idea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523AFD2-FDB5-AA01-FDBE-29CF8D5CD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21028"/>
              </p:ext>
            </p:extLst>
          </p:nvPr>
        </p:nvGraphicFramePr>
        <p:xfrm>
          <a:off x="7438" y="2643621"/>
          <a:ext cx="7121910" cy="2491654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76200" dist="12700" dir="8100000" sy="-23000" kx="8004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108907">
                  <a:extLst>
                    <a:ext uri="{9D8B030D-6E8A-4147-A177-3AD203B41FA5}">
                      <a16:colId xmlns:a16="http://schemas.microsoft.com/office/drawing/2014/main" val="2308937066"/>
                    </a:ext>
                  </a:extLst>
                </a:gridCol>
                <a:gridCol w="853918">
                  <a:extLst>
                    <a:ext uri="{9D8B030D-6E8A-4147-A177-3AD203B41FA5}">
                      <a16:colId xmlns:a16="http://schemas.microsoft.com/office/drawing/2014/main" val="194555023"/>
                    </a:ext>
                  </a:extLst>
                </a:gridCol>
                <a:gridCol w="782758">
                  <a:extLst>
                    <a:ext uri="{9D8B030D-6E8A-4147-A177-3AD203B41FA5}">
                      <a16:colId xmlns:a16="http://schemas.microsoft.com/office/drawing/2014/main" val="1442442475"/>
                    </a:ext>
                  </a:extLst>
                </a:gridCol>
                <a:gridCol w="4376327">
                  <a:extLst>
                    <a:ext uri="{9D8B030D-6E8A-4147-A177-3AD203B41FA5}">
                      <a16:colId xmlns:a16="http://schemas.microsoft.com/office/drawing/2014/main" val="2968195738"/>
                    </a:ext>
                  </a:extLst>
                </a:gridCol>
              </a:tblGrid>
              <a:tr h="219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u="sng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Component</a:t>
                      </a:r>
                      <a:endParaRPr lang="en-IN" sz="800" u="sng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u="sng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λ Weight</a:t>
                      </a:r>
                      <a:endParaRPr lang="en-IN" sz="800" u="sng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u="sng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EW Domain</a:t>
                      </a:r>
                      <a:endParaRPr lang="en-IN" sz="800" u="sng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u="sng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Enforces</a:t>
                      </a:r>
                      <a:endParaRPr lang="en-IN" sz="800" u="sng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77887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Adversarial (D1)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 Classification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Fools primary CNN detector — drives its accuracy to ~50% (random guess)</a:t>
                      </a:r>
                      <a:endParaRPr lang="en-IN" sz="700" b="1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723574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Adversarial D2 (Refreshed)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 Classification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Fools a fresh re-initialised discriminator every 25 epochs — forces generalisation against unseen detectors</a:t>
                      </a:r>
                      <a:endParaRPr lang="en-IN" sz="700" b="1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47575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Regularisation</a:t>
                      </a:r>
                      <a:endParaRPr lang="en-IN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Statistical / KS test</a:t>
                      </a:r>
                      <a:endParaRPr lang="en-IN" sz="700" b="1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Keeps output zero-mean — matches real AWGN first-order statistics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56771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Variance Regularisation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IN" sz="700" b="1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Statistical / Kurtosis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Keeps unit variance — matches AWGN second-order statistics</a:t>
                      </a:r>
                      <a:endParaRPr lang="en-IN" sz="700" b="1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37722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Constraint</a:t>
                      </a:r>
                      <a:endParaRPr lang="en-IN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Detection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Enforces Signal Power ≤ 1.01× Noise Power — stays below energy detector threshold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790576"/>
                  </a:ext>
                </a:extLst>
              </a:tr>
              <a:tr h="222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Spectral Flatness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Spectral Entropy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Penalises any non-flat PSD — no frequency peaks or signatures visible on spectrum analyser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31965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Cyclostationary</a:t>
                      </a: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Suppression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Cyclostationary</a:t>
                      </a: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SCF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Drives autocorrelation </a:t>
                      </a:r>
                      <a:r>
                        <a:rPr lang="en-IN" sz="7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Rxx</a:t>
                      </a: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(τ) → 0 for all lags — eliminates periodic structure detectable by SCF analysis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58567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Normalisation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 ★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/ PAPR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HIGHEST WEIGHT — log² penalty: any deviation from </a:t>
                      </a:r>
                      <a:r>
                        <a:rPr lang="en-IN" sz="7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P_signal</a:t>
                      </a: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IN" sz="7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P_noise</a:t>
                      </a: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severely punished. Most critical stealth constraint.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389713"/>
                  </a:ext>
                </a:extLst>
              </a:tr>
              <a:tr h="239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Diversity Regularisation</a:t>
                      </a:r>
                      <a:endParaRPr lang="en-IN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 / Fingerprinting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Maximises output variation across latent inputs — prevents mode collapse and output fingerprinting</a:t>
                      </a:r>
                      <a:endParaRPr lang="en-IN" sz="700" b="1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1571" marR="31571" marT="21047" marB="210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94616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A3E89051-2F78-9398-2170-7BBBD887B181}"/>
              </a:ext>
            </a:extLst>
          </p:cNvPr>
          <p:cNvSpPr txBox="1"/>
          <p:nvPr/>
        </p:nvSpPr>
        <p:spPr>
          <a:xfrm>
            <a:off x="7259634" y="3277065"/>
            <a:ext cx="1757804" cy="13621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800" b="1" u="sng" dirty="0">
                <a:latin typeface="Arial" panose="020B0604020202020204" pitchFamily="34" charset="0"/>
                <a:cs typeface="Arial" panose="020B0604020202020204" pitchFamily="34" charset="0"/>
              </a:rPr>
              <a:t>RF Channel Modelling</a:t>
            </a:r>
          </a:p>
          <a:p>
            <a:pPr>
              <a:lnSpc>
                <a:spcPct val="150000"/>
              </a:lnSpc>
            </a:pP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▶ Additive White Gaussian Noise (AWGN)</a:t>
            </a:r>
          </a:p>
          <a:p>
            <a:pPr>
              <a:lnSpc>
                <a:spcPct val="150000"/>
              </a:lnSpc>
            </a:pP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▶ Carrier Frequency Offset (CFO)</a:t>
            </a:r>
          </a:p>
          <a:p>
            <a:pPr>
              <a:lnSpc>
                <a:spcPct val="150000"/>
              </a:lnSpc>
            </a:pP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▶ Phase Noise</a:t>
            </a:r>
          </a:p>
          <a:p>
            <a:pPr>
              <a:lnSpc>
                <a:spcPct val="150000"/>
              </a:lnSpc>
            </a:pP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▶ DC Offset</a:t>
            </a:r>
          </a:p>
          <a:p>
            <a:pPr>
              <a:lnSpc>
                <a:spcPct val="150000"/>
              </a:lnSpc>
            </a:pP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▶ IQ Imbalance</a:t>
            </a:r>
          </a:p>
        </p:txBody>
      </p:sp>
    </p:spTree>
    <p:extLst>
      <p:ext uri="{BB962C8B-B14F-4D97-AF65-F5344CB8AC3E}">
        <p14:creationId xmlns:p14="http://schemas.microsoft.com/office/powerpoint/2010/main" val="347623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6398" y="488507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dashboards confirming LPI properties and detection stealth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416" y="723315"/>
            <a:ext cx="9109168" cy="4374465"/>
          </a:xfrm>
          <a:prstGeom prst="rect">
            <a:avLst/>
          </a:prstGeom>
          <a:solidFill>
            <a:srgbClr val="F5ECD7"/>
          </a:solidFill>
          <a:ln w="9525">
            <a:solidFill>
              <a:srgbClr val="D0C8B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0" y="710229"/>
            <a:ext cx="5141402" cy="289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 Waveform Analysis Dashboard (v14)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4924"/>
          <a:stretch>
            <a:fillRect/>
          </a:stretch>
        </p:blipFill>
        <p:spPr>
          <a:xfrm>
            <a:off x="66907" y="960121"/>
            <a:ext cx="5236613" cy="41376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16534" y="723315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Detection Resistance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02095" y="960121"/>
            <a:ext cx="3724489" cy="242765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02712" y="3698444"/>
            <a:ext cx="3223872" cy="1399335"/>
          </a:xfrm>
          <a:prstGeom prst="rect">
            <a:avLst/>
          </a:prstGeom>
          <a:solidFill>
            <a:srgbClr val="D6EDD6"/>
          </a:solidFill>
          <a:ln w="9525">
            <a:solidFill>
              <a:srgbClr val="D0C8B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00148" y="3426019"/>
            <a:ext cx="3428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u="sng" dirty="0"/>
          </a:p>
        </p:txBody>
      </p:sp>
      <p:sp>
        <p:nvSpPr>
          <p:cNvPr id="15" name="Text 11"/>
          <p:cNvSpPr/>
          <p:nvPr/>
        </p:nvSpPr>
        <p:spPr>
          <a:xfrm>
            <a:off x="6014633" y="3736690"/>
            <a:ext cx="3051933" cy="1399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Detection Score 0.147 — GOOD grade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Enemy CNN: 49.3–50.5% (random guess)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Independent CNN: 58.2% (&lt; 60% threshold)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BPSK needs only 10 samples to detect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ANSHUMAN needs &gt; 2000 samples — still &lt; 70%
</a:t>
            </a:r>
            <a:endParaRPr lang="en-US" sz="80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FE58B498-A9FA-3F37-BD32-E0D6F948C09F}"/>
              </a:ext>
            </a:extLst>
          </p:cNvPr>
          <p:cNvSpPr/>
          <p:nvPr/>
        </p:nvSpPr>
        <p:spPr>
          <a:xfrm>
            <a:off x="0" y="0"/>
            <a:ext cx="9144000" cy="4704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5743118-370D-4F37-FAB5-81B2726A1570}"/>
              </a:ext>
            </a:extLst>
          </p:cNvPr>
          <p:cNvSpPr/>
          <p:nvPr/>
        </p:nvSpPr>
        <p:spPr>
          <a:xfrm>
            <a:off x="274320" y="45720"/>
            <a:ext cx="8595360" cy="405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STATUS — TRG &amp; WAVEFORM GEN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7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5720" y="375387"/>
            <a:ext cx="504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GNU Radio Companion Flowgraph</a:t>
            </a:r>
            <a:endParaRPr lang="en-US" sz="105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631418"/>
            <a:ext cx="5141458" cy="2186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 28"/>
          <p:cNvSpPr/>
          <p:nvPr/>
        </p:nvSpPr>
        <p:spPr>
          <a:xfrm>
            <a:off x="5360669" y="39149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Live GNU Radio Display — OTA Transmission</a:t>
            </a:r>
            <a:endParaRPr lang="en-US" sz="105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42E9D6F-B26E-11E3-4B05-13E97227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1" t="3645" r="69" b="129"/>
          <a:stretch>
            <a:fillRect/>
          </a:stretch>
        </p:blipFill>
        <p:spPr>
          <a:xfrm>
            <a:off x="5394961" y="705731"/>
            <a:ext cx="3657600" cy="2112264"/>
          </a:xfrm>
          <a:prstGeom prst="rect">
            <a:avLst/>
          </a:prstGeom>
        </p:spPr>
      </p:pic>
      <p:sp>
        <p:nvSpPr>
          <p:cNvPr id="34" name="Shape 0">
            <a:extLst>
              <a:ext uri="{FF2B5EF4-FFF2-40B4-BE49-F238E27FC236}">
                <a16:creationId xmlns:a16="http://schemas.microsoft.com/office/drawing/2014/main" id="{E6C8EB37-0E36-3BED-06D7-F4E601C75991}"/>
              </a:ext>
            </a:extLst>
          </p:cNvPr>
          <p:cNvSpPr/>
          <p:nvPr/>
        </p:nvSpPr>
        <p:spPr>
          <a:xfrm>
            <a:off x="0" y="0"/>
            <a:ext cx="9144000" cy="382837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F5E32B5-A68D-3AD5-B9E8-8A5418CD7F46}"/>
              </a:ext>
            </a:extLst>
          </p:cNvPr>
          <p:cNvSpPr/>
          <p:nvPr/>
        </p:nvSpPr>
        <p:spPr>
          <a:xfrm>
            <a:off x="274320" y="45721"/>
            <a:ext cx="8595360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STATUS — OTA TXN</a:t>
            </a:r>
            <a:endParaRPr 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1456FCAE-D6CF-BD34-3944-40A5E3D59F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" y="2857563"/>
            <a:ext cx="5187178" cy="2217420"/>
          </a:xfrm>
          <a:prstGeom prst="rect">
            <a:avLst/>
          </a:prstGeom>
        </p:spPr>
      </p:pic>
      <p:sp>
        <p:nvSpPr>
          <p:cNvPr id="39" name="Text 8">
            <a:extLst>
              <a:ext uri="{FF2B5EF4-FFF2-40B4-BE49-F238E27FC236}">
                <a16:creationId xmlns:a16="http://schemas.microsoft.com/office/drawing/2014/main" id="{12A0C4C0-2A51-7DD2-8DA2-4FFE4080CE57}"/>
              </a:ext>
            </a:extLst>
          </p:cNvPr>
          <p:cNvSpPr/>
          <p:nvPr/>
        </p:nvSpPr>
        <p:spPr>
          <a:xfrm>
            <a:off x="5524162" y="40155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Sync Scan</a:t>
            </a:r>
            <a:endParaRPr lang="en-US" sz="1000" dirty="0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36E004E1-E9B1-4562-D704-D1BF245B59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72099" y="2863559"/>
            <a:ext cx="3680461" cy="117188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24AE5F0-0D24-9B7B-F7DF-9D9F04DFC217}"/>
              </a:ext>
            </a:extLst>
          </p:cNvPr>
          <p:cNvGrpSpPr/>
          <p:nvPr/>
        </p:nvGrpSpPr>
        <p:grpSpPr>
          <a:xfrm>
            <a:off x="7223760" y="4064962"/>
            <a:ext cx="2234923" cy="1039861"/>
            <a:chOff x="5806440" y="3493067"/>
            <a:chExt cx="2999232" cy="1667441"/>
          </a:xfrm>
        </p:grpSpPr>
        <p:sp>
          <p:nvSpPr>
            <p:cNvPr id="41" name="Shape 9">
              <a:extLst>
                <a:ext uri="{FF2B5EF4-FFF2-40B4-BE49-F238E27FC236}">
                  <a16:creationId xmlns:a16="http://schemas.microsoft.com/office/drawing/2014/main" id="{FA6251C7-628E-A9D3-02E2-47FE487C1A7E}"/>
                </a:ext>
              </a:extLst>
            </p:cNvPr>
            <p:cNvSpPr/>
            <p:nvPr/>
          </p:nvSpPr>
          <p:spPr>
            <a:xfrm>
              <a:off x="5806440" y="3493067"/>
              <a:ext cx="2486580" cy="1667441"/>
            </a:xfrm>
            <a:prstGeom prst="rect">
              <a:avLst/>
            </a:prstGeom>
            <a:solidFill>
              <a:srgbClr val="D6EDD6"/>
            </a:solidFill>
            <a:ln w="9525">
              <a:solidFill>
                <a:srgbClr val="D0C8B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AFB7B680-E4F6-1932-66DF-3F7D02298341}"/>
                </a:ext>
              </a:extLst>
            </p:cNvPr>
            <p:cNvSpPr/>
            <p:nvPr/>
          </p:nvSpPr>
          <p:spPr>
            <a:xfrm>
              <a:off x="5897881" y="3520503"/>
              <a:ext cx="2319496" cy="234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u="sng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OTA Test Stats</a:t>
              </a:r>
              <a:endParaRPr lang="en-US" sz="900" u="sng" dirty="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1D8FE970-6394-E26E-F92E-6028CEC57A8F}"/>
                </a:ext>
              </a:extLst>
            </p:cNvPr>
            <p:cNvSpPr/>
            <p:nvPr/>
          </p:nvSpPr>
          <p:spPr>
            <a:xfrm>
              <a:off x="5897880" y="3840543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Frames Captured:</a:t>
              </a:r>
              <a:endParaRPr lang="en-US" sz="900" dirty="0"/>
            </a:p>
          </p:txBody>
        </p:sp>
        <p:sp>
          <p:nvSpPr>
            <p:cNvPr id="44" name="Text 12">
              <a:extLst>
                <a:ext uri="{FF2B5EF4-FFF2-40B4-BE49-F238E27FC236}">
                  <a16:creationId xmlns:a16="http://schemas.microsoft.com/office/drawing/2014/main" id="{A91B8F13-C0F8-4A5A-0346-5A60FE148B04}"/>
                </a:ext>
              </a:extLst>
            </p:cNvPr>
            <p:cNvSpPr/>
            <p:nvPr/>
          </p:nvSpPr>
          <p:spPr>
            <a:xfrm>
              <a:off x="7479792" y="3840543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24,192</a:t>
              </a:r>
              <a:endParaRPr lang="en-US" sz="900" dirty="0"/>
            </a:p>
          </p:txBody>
        </p:sp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33FA5DD1-10E6-92DD-4C1A-C3C6A06239D4}"/>
                </a:ext>
              </a:extLst>
            </p:cNvPr>
            <p:cNvSpPr/>
            <p:nvPr/>
          </p:nvSpPr>
          <p:spPr>
            <a:xfrm>
              <a:off x="5897880" y="3995991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(I):</a:t>
              </a:r>
              <a:endParaRPr lang="en-US" sz="900" dirty="0"/>
            </a:p>
          </p:txBody>
        </p:sp>
        <p:sp>
          <p:nvSpPr>
            <p:cNvPr id="46" name="Text 14">
              <a:extLst>
                <a:ext uri="{FF2B5EF4-FFF2-40B4-BE49-F238E27FC236}">
                  <a16:creationId xmlns:a16="http://schemas.microsoft.com/office/drawing/2014/main" id="{F1F18882-BF9F-BE3A-0624-F032B219DBB5}"/>
                </a:ext>
              </a:extLst>
            </p:cNvPr>
            <p:cNvSpPr/>
            <p:nvPr/>
          </p:nvSpPr>
          <p:spPr>
            <a:xfrm>
              <a:off x="7479792" y="3995991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-0.0154</a:t>
              </a:r>
              <a:endParaRPr lang="en-US" sz="900" dirty="0"/>
            </a:p>
          </p:txBody>
        </p: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BEC6F13-91A9-F8D9-4D92-462FBC441DC1}"/>
                </a:ext>
              </a:extLst>
            </p:cNvPr>
            <p:cNvSpPr/>
            <p:nvPr/>
          </p:nvSpPr>
          <p:spPr>
            <a:xfrm>
              <a:off x="5897880" y="4151439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Std Dev (I):</a:t>
              </a:r>
              <a:endParaRPr lang="en-US" sz="9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B8204055-F0FE-BCB3-C33A-8CEB9D189F70}"/>
                </a:ext>
              </a:extLst>
            </p:cNvPr>
            <p:cNvSpPr/>
            <p:nvPr/>
          </p:nvSpPr>
          <p:spPr>
            <a:xfrm>
              <a:off x="7479792" y="4151439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1.0037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715389C6-346E-4716-0C76-219BBFB56470}"/>
                </a:ext>
              </a:extLst>
            </p:cNvPr>
            <p:cNvSpPr/>
            <p:nvPr/>
          </p:nvSpPr>
          <p:spPr>
            <a:xfrm>
              <a:off x="5897880" y="4306887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Kurtosis: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439FDBB7-D716-E7F4-F6A3-E6523945FFF0}"/>
                </a:ext>
              </a:extLst>
            </p:cNvPr>
            <p:cNvSpPr/>
            <p:nvPr/>
          </p:nvSpPr>
          <p:spPr>
            <a:xfrm>
              <a:off x="7479792" y="4306887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2.7891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CAA7543-1A10-8743-3268-F590812D6052}"/>
                </a:ext>
              </a:extLst>
            </p:cNvPr>
            <p:cNvSpPr/>
            <p:nvPr/>
          </p:nvSpPr>
          <p:spPr>
            <a:xfrm>
              <a:off x="5897880" y="4462335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KS p-value:</a:t>
              </a:r>
              <a:endParaRPr lang="en-US" sz="900" dirty="0"/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F274F917-D1B6-B6F6-FA39-37DC0610931A}"/>
                </a:ext>
              </a:extLst>
            </p:cNvPr>
            <p:cNvSpPr/>
            <p:nvPr/>
          </p:nvSpPr>
          <p:spPr>
            <a:xfrm>
              <a:off x="7479792" y="4462335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0.9169</a:t>
              </a:r>
              <a:endParaRPr lang="en-US" sz="900" dirty="0"/>
            </a:p>
          </p:txBody>
        </p:sp>
        <p:sp>
          <p:nvSpPr>
            <p:cNvPr id="53" name="Text 21">
              <a:extLst>
                <a:ext uri="{FF2B5EF4-FFF2-40B4-BE49-F238E27FC236}">
                  <a16:creationId xmlns:a16="http://schemas.microsoft.com/office/drawing/2014/main" id="{810E1FF4-1A26-B99B-3D12-349E9EFCDB0D}"/>
                </a:ext>
              </a:extLst>
            </p:cNvPr>
            <p:cNvSpPr/>
            <p:nvPr/>
          </p:nvSpPr>
          <p:spPr>
            <a:xfrm>
              <a:off x="5897880" y="4617783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KS Pass (&gt;0.05):</a:t>
              </a:r>
              <a:endParaRPr lang="en-US" sz="900" dirty="0"/>
            </a:p>
          </p:txBody>
        </p:sp>
        <p:sp>
          <p:nvSpPr>
            <p:cNvPr id="54" name="Text 22">
              <a:extLst>
                <a:ext uri="{FF2B5EF4-FFF2-40B4-BE49-F238E27FC236}">
                  <a16:creationId xmlns:a16="http://schemas.microsoft.com/office/drawing/2014/main" id="{94441632-B789-8031-8927-408F0BA92052}"/>
                </a:ext>
              </a:extLst>
            </p:cNvPr>
            <p:cNvSpPr/>
            <p:nvPr/>
          </p:nvSpPr>
          <p:spPr>
            <a:xfrm>
              <a:off x="7479792" y="4617783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 ✓</a:t>
              </a:r>
              <a:endParaRPr lang="en-US" sz="900" dirty="0"/>
            </a:p>
          </p:txBody>
        </p:sp>
        <p:sp>
          <p:nvSpPr>
            <p:cNvPr id="55" name="Text 23">
              <a:extLst>
                <a:ext uri="{FF2B5EF4-FFF2-40B4-BE49-F238E27FC236}">
                  <a16:creationId xmlns:a16="http://schemas.microsoft.com/office/drawing/2014/main" id="{1887ED51-55E6-3D42-E5AF-5474E561B0DA}"/>
                </a:ext>
              </a:extLst>
            </p:cNvPr>
            <p:cNvSpPr/>
            <p:nvPr/>
          </p:nvSpPr>
          <p:spPr>
            <a:xfrm>
              <a:off x="5897880" y="4773231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Kurt ≈ 3:</a:t>
              </a:r>
              <a:endParaRPr lang="en-US" sz="900" dirty="0"/>
            </a:p>
          </p:txBody>
        </p:sp>
        <p:sp>
          <p:nvSpPr>
            <p:cNvPr id="56" name="Text 24">
              <a:extLst>
                <a:ext uri="{FF2B5EF4-FFF2-40B4-BE49-F238E27FC236}">
                  <a16:creationId xmlns:a16="http://schemas.microsoft.com/office/drawing/2014/main" id="{E3F80C2A-E125-138A-B43F-E91660BD6AFD}"/>
                </a:ext>
              </a:extLst>
            </p:cNvPr>
            <p:cNvSpPr/>
            <p:nvPr/>
          </p:nvSpPr>
          <p:spPr>
            <a:xfrm>
              <a:off x="7479792" y="4773231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7DAA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 ✓</a:t>
              </a:r>
              <a:endParaRPr lang="en-US" sz="900" dirty="0"/>
            </a:p>
          </p:txBody>
        </p:sp>
        <p:sp>
          <p:nvSpPr>
            <p:cNvPr id="57" name="Text 25">
              <a:extLst>
                <a:ext uri="{FF2B5EF4-FFF2-40B4-BE49-F238E27FC236}">
                  <a16:creationId xmlns:a16="http://schemas.microsoft.com/office/drawing/2014/main" id="{8CEE3EB6-074A-41D5-77BE-CD125753AE4A}"/>
                </a:ext>
              </a:extLst>
            </p:cNvPr>
            <p:cNvSpPr/>
            <p:nvPr/>
          </p:nvSpPr>
          <p:spPr>
            <a:xfrm>
              <a:off x="5897880" y="4928679"/>
              <a:ext cx="15544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Decode Result:</a:t>
              </a:r>
              <a:endParaRPr lang="en-US" sz="900" dirty="0"/>
            </a:p>
          </p:txBody>
        </p:sp>
        <p:sp>
          <p:nvSpPr>
            <p:cNvPr id="58" name="Text 26">
              <a:extLst>
                <a:ext uri="{FF2B5EF4-FFF2-40B4-BE49-F238E27FC236}">
                  <a16:creationId xmlns:a16="http://schemas.microsoft.com/office/drawing/2014/main" id="{FE234F4E-65D7-BAD4-9A23-AD981127A1B1}"/>
                </a:ext>
              </a:extLst>
            </p:cNvPr>
            <p:cNvSpPr/>
            <p:nvPr/>
          </p:nvSpPr>
          <p:spPr>
            <a:xfrm>
              <a:off x="7479792" y="4966870"/>
              <a:ext cx="13258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7DAA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SUCCESS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C34D6-46E3-4D3D-3DE9-F50E7B99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92DC989-6A0F-AE6B-9660-E5724EDA5184}"/>
              </a:ext>
            </a:extLst>
          </p:cNvPr>
          <p:cNvGrpSpPr/>
          <p:nvPr/>
        </p:nvGrpSpPr>
        <p:grpSpPr>
          <a:xfrm>
            <a:off x="861" y="416823"/>
            <a:ext cx="4855964" cy="3242462"/>
            <a:chOff x="861" y="416823"/>
            <a:chExt cx="6475737" cy="3125009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926B1D5-FB0A-D3BF-75F1-F37F37A57A80}"/>
                </a:ext>
              </a:extLst>
            </p:cNvPr>
            <p:cNvGrpSpPr/>
            <p:nvPr/>
          </p:nvGrpSpPr>
          <p:grpSpPr>
            <a:xfrm>
              <a:off x="861" y="416823"/>
              <a:ext cx="6475737" cy="3125009"/>
              <a:chOff x="861" y="416823"/>
              <a:chExt cx="6475737" cy="3125009"/>
            </a:xfrm>
          </p:grpSpPr>
          <p:sp>
            <p:nvSpPr>
              <p:cNvPr id="4" name="Shape 4">
                <a:extLst>
                  <a:ext uri="{FF2B5EF4-FFF2-40B4-BE49-F238E27FC236}">
                    <a16:creationId xmlns:a16="http://schemas.microsoft.com/office/drawing/2014/main" id="{B8AC94D3-7BDF-B708-9796-6FD95AFC88DC}"/>
                  </a:ext>
                </a:extLst>
              </p:cNvPr>
              <p:cNvSpPr/>
              <p:nvPr/>
            </p:nvSpPr>
            <p:spPr>
              <a:xfrm>
                <a:off x="861" y="416823"/>
                <a:ext cx="2981725" cy="3090672"/>
              </a:xfrm>
              <a:prstGeom prst="rect">
                <a:avLst/>
              </a:prstGeom>
              <a:solidFill>
                <a:srgbClr val="0A1A0A"/>
              </a:solidFill>
              <a:ln w="19050">
                <a:solidFill>
                  <a:srgbClr val="00A8A8"/>
                </a:solidFill>
                <a:prstDash val="solid"/>
              </a:ln>
            </p:spPr>
          </p:sp>
          <p:sp>
            <p:nvSpPr>
              <p:cNvPr id="5" name="Shape 5">
                <a:extLst>
                  <a:ext uri="{FF2B5EF4-FFF2-40B4-BE49-F238E27FC236}">
                    <a16:creationId xmlns:a16="http://schemas.microsoft.com/office/drawing/2014/main" id="{6A45E366-4E2C-25D3-24CF-A64152BB0B33}"/>
                  </a:ext>
                </a:extLst>
              </p:cNvPr>
              <p:cNvSpPr/>
              <p:nvPr/>
            </p:nvSpPr>
            <p:spPr>
              <a:xfrm>
                <a:off x="861" y="416823"/>
                <a:ext cx="2981725" cy="360578"/>
              </a:xfrm>
              <a:prstGeom prst="rect">
                <a:avLst/>
              </a:prstGeom>
              <a:solidFill>
                <a:srgbClr val="00A8A8">
                  <a:alpha val="30000"/>
                </a:srgbClr>
              </a:solidFill>
              <a:ln w="12700">
                <a:solidFill>
                  <a:srgbClr val="00A8A8"/>
                </a:solidFill>
                <a:prstDash val="solid"/>
              </a:ln>
            </p:spPr>
          </p:sp>
          <p:sp>
            <p:nvSpPr>
              <p:cNvPr id="6" name="Text 6">
                <a:extLst>
                  <a:ext uri="{FF2B5EF4-FFF2-40B4-BE49-F238E27FC236}">
                    <a16:creationId xmlns:a16="http://schemas.microsoft.com/office/drawing/2014/main" id="{D181F13B-CD69-674E-FE71-B86E0BDF5016}"/>
                  </a:ext>
                </a:extLst>
              </p:cNvPr>
              <p:cNvSpPr/>
              <p:nvPr/>
            </p:nvSpPr>
            <p:spPr>
              <a:xfrm>
                <a:off x="138021" y="416823"/>
                <a:ext cx="3331538" cy="36057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STEALTH METRICS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Text 7">
                <a:extLst>
                  <a:ext uri="{FF2B5EF4-FFF2-40B4-BE49-F238E27FC236}">
                    <a16:creationId xmlns:a16="http://schemas.microsoft.com/office/drawing/2014/main" id="{6EA2FE6E-B762-ABC5-C061-E5C0D35675B4}"/>
                  </a:ext>
                </a:extLst>
              </p:cNvPr>
              <p:cNvSpPr/>
              <p:nvPr/>
            </p:nvSpPr>
            <p:spPr>
              <a:xfrm>
                <a:off x="138021" y="901455"/>
                <a:ext cx="1745091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CNN Detection Accuracy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5F09CF8F-0750-4976-0D2E-BAACB51476CB}"/>
                  </a:ext>
                </a:extLst>
              </p:cNvPr>
              <p:cNvSpPr/>
              <p:nvPr/>
            </p:nvSpPr>
            <p:spPr>
              <a:xfrm>
                <a:off x="2149701" y="901455"/>
                <a:ext cx="832885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58.2%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C77C11B6-D064-C296-F0A2-6CD590CAE795}"/>
                  </a:ext>
                </a:extLst>
              </p:cNvPr>
              <p:cNvSpPr/>
              <p:nvPr/>
            </p:nvSpPr>
            <p:spPr>
              <a:xfrm>
                <a:off x="138021" y="1148343"/>
                <a:ext cx="3252216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CC7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vs 100% for BPSK — target &lt; 60%  ✓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24782305-3FDF-DBB5-35EF-9AF0EA9FC0CC}"/>
                  </a:ext>
                </a:extLst>
              </p:cNvPr>
              <p:cNvSpPr/>
              <p:nvPr/>
            </p:nvSpPr>
            <p:spPr>
              <a:xfrm>
                <a:off x="138021" y="1340367"/>
                <a:ext cx="1745091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Internal Discriminator (D1)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4943EA6F-7A43-EEBE-22CB-45BB68C870AA}"/>
                  </a:ext>
                </a:extLst>
              </p:cNvPr>
              <p:cNvSpPr/>
              <p:nvPr/>
            </p:nvSpPr>
            <p:spPr>
              <a:xfrm>
                <a:off x="2149701" y="1340367"/>
                <a:ext cx="832885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49.7%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506D4E16-4768-EAFF-3205-B2A886443C45}"/>
                  </a:ext>
                </a:extLst>
              </p:cNvPr>
              <p:cNvSpPr/>
              <p:nvPr/>
            </p:nvSpPr>
            <p:spPr>
              <a:xfrm>
                <a:off x="138021" y="1587255"/>
                <a:ext cx="3252216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CC7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Random guessing throughout training  ✓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601BF561-EC9D-BF23-54C7-F456707F9862}"/>
                  </a:ext>
                </a:extLst>
              </p:cNvPr>
              <p:cNvSpPr/>
              <p:nvPr/>
            </p:nvSpPr>
            <p:spPr>
              <a:xfrm>
                <a:off x="138021" y="1779279"/>
                <a:ext cx="1745091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Few-Shot (n=10)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77276796-662A-D42E-9DAB-B54E6813DFBE}"/>
                  </a:ext>
                </a:extLst>
              </p:cNvPr>
              <p:cNvSpPr/>
              <p:nvPr/>
            </p:nvSpPr>
            <p:spPr>
              <a:xfrm>
                <a:off x="2149701" y="1779279"/>
                <a:ext cx="832885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58.0%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9B991532-793D-C56C-8567-2B2DE5CE9C8F}"/>
                  </a:ext>
                </a:extLst>
              </p:cNvPr>
              <p:cNvSpPr/>
              <p:nvPr/>
            </p:nvSpPr>
            <p:spPr>
              <a:xfrm>
                <a:off x="138021" y="2026167"/>
                <a:ext cx="3252216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CC7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Enemy needs huge dataset to classify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 19">
                <a:extLst>
                  <a:ext uri="{FF2B5EF4-FFF2-40B4-BE49-F238E27FC236}">
                    <a16:creationId xmlns:a16="http://schemas.microsoft.com/office/drawing/2014/main" id="{19E5A3DE-7180-A8A7-7376-0B72302045A3}"/>
                  </a:ext>
                </a:extLst>
              </p:cNvPr>
              <p:cNvSpPr/>
              <p:nvPr/>
            </p:nvSpPr>
            <p:spPr>
              <a:xfrm>
                <a:off x="138021" y="2240793"/>
                <a:ext cx="1745091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Stealth Advantage vs BPSK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Text 20">
                <a:extLst>
                  <a:ext uri="{FF2B5EF4-FFF2-40B4-BE49-F238E27FC236}">
                    <a16:creationId xmlns:a16="http://schemas.microsoft.com/office/drawing/2014/main" id="{E4A13F91-1C46-9FEA-973B-2E538DDD9AEF}"/>
                  </a:ext>
                </a:extLst>
              </p:cNvPr>
              <p:cNvSpPr/>
              <p:nvPr/>
            </p:nvSpPr>
            <p:spPr>
              <a:xfrm>
                <a:off x="2149701" y="2240793"/>
                <a:ext cx="832885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+39–55 pp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Text 21">
                <a:extLst>
                  <a:ext uri="{FF2B5EF4-FFF2-40B4-BE49-F238E27FC236}">
                    <a16:creationId xmlns:a16="http://schemas.microsoft.com/office/drawing/2014/main" id="{2035F1FA-7F2D-E2D1-E867-73348FFAA0C3}"/>
                  </a:ext>
                </a:extLst>
              </p:cNvPr>
              <p:cNvSpPr/>
              <p:nvPr/>
            </p:nvSpPr>
            <p:spPr>
              <a:xfrm>
                <a:off x="138021" y="2487681"/>
                <a:ext cx="3252216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CC7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Percentage-point gap in detection rate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Text 22">
                <a:extLst>
                  <a:ext uri="{FF2B5EF4-FFF2-40B4-BE49-F238E27FC236}">
                    <a16:creationId xmlns:a16="http://schemas.microsoft.com/office/drawing/2014/main" id="{40C30F52-E85A-9FE1-6A31-88068C66210B}"/>
                  </a:ext>
                </a:extLst>
              </p:cNvPr>
              <p:cNvSpPr/>
              <p:nvPr/>
            </p:nvSpPr>
            <p:spPr>
              <a:xfrm>
                <a:off x="138021" y="2679705"/>
                <a:ext cx="1745091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Operating SNR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 23">
                <a:extLst>
                  <a:ext uri="{FF2B5EF4-FFF2-40B4-BE49-F238E27FC236}">
                    <a16:creationId xmlns:a16="http://schemas.microsoft.com/office/drawing/2014/main" id="{BDC8C202-06E3-79FF-799D-B46E878EA2E4}"/>
                  </a:ext>
                </a:extLst>
              </p:cNvPr>
              <p:cNvSpPr/>
              <p:nvPr/>
            </p:nvSpPr>
            <p:spPr>
              <a:xfrm>
                <a:off x="2149701" y="2679705"/>
                <a:ext cx="832885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8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−5 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Text 24">
                <a:extLst>
                  <a:ext uri="{FF2B5EF4-FFF2-40B4-BE49-F238E27FC236}">
                    <a16:creationId xmlns:a16="http://schemas.microsoft.com/office/drawing/2014/main" id="{46EB14BC-6E44-1FCF-0AAA-CAD20C5A46DE}"/>
                  </a:ext>
                </a:extLst>
              </p:cNvPr>
              <p:cNvSpPr/>
              <p:nvPr/>
            </p:nvSpPr>
            <p:spPr>
              <a:xfrm>
                <a:off x="138021" y="2926593"/>
                <a:ext cx="3252216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CC7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Signal sits BELOW the noise floor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Shape 25">
                <a:extLst>
                  <a:ext uri="{FF2B5EF4-FFF2-40B4-BE49-F238E27FC236}">
                    <a16:creationId xmlns:a16="http://schemas.microsoft.com/office/drawing/2014/main" id="{D8DCC074-FDD4-F7DE-DCE5-5DC5122DE3B5}"/>
                  </a:ext>
                </a:extLst>
              </p:cNvPr>
              <p:cNvSpPr/>
              <p:nvPr/>
            </p:nvSpPr>
            <p:spPr>
              <a:xfrm>
                <a:off x="3119747" y="428558"/>
                <a:ext cx="3232850" cy="3090672"/>
              </a:xfrm>
              <a:prstGeom prst="rect">
                <a:avLst/>
              </a:prstGeom>
              <a:solidFill>
                <a:srgbClr val="0A100A"/>
              </a:solidFill>
              <a:ln w="19050">
                <a:solidFill>
                  <a:srgbClr val="E8A020"/>
                </a:solidFill>
                <a:prstDash val="solid"/>
              </a:ln>
            </p:spPr>
          </p:sp>
          <p:sp>
            <p:nvSpPr>
              <p:cNvPr id="25" name="Shape 26">
                <a:extLst>
                  <a:ext uri="{FF2B5EF4-FFF2-40B4-BE49-F238E27FC236}">
                    <a16:creationId xmlns:a16="http://schemas.microsoft.com/office/drawing/2014/main" id="{4CD15F33-6101-18F8-035B-1F2830EE085B}"/>
                  </a:ext>
                </a:extLst>
              </p:cNvPr>
              <p:cNvSpPr/>
              <p:nvPr/>
            </p:nvSpPr>
            <p:spPr>
              <a:xfrm>
                <a:off x="3119746" y="428558"/>
                <a:ext cx="3232851" cy="360578"/>
              </a:xfrm>
              <a:prstGeom prst="rect">
                <a:avLst/>
              </a:prstGeom>
              <a:solidFill>
                <a:srgbClr val="E8A020">
                  <a:alpha val="30000"/>
                </a:srgbClr>
              </a:solidFill>
              <a:ln w="12700">
                <a:solidFill>
                  <a:srgbClr val="E8A020"/>
                </a:solidFill>
                <a:prstDash val="solid"/>
              </a:ln>
            </p:spPr>
          </p:sp>
          <p:sp>
            <p:nvSpPr>
              <p:cNvPr id="27" name="Text 28">
                <a:extLst>
                  <a:ext uri="{FF2B5EF4-FFF2-40B4-BE49-F238E27FC236}">
                    <a16:creationId xmlns:a16="http://schemas.microsoft.com/office/drawing/2014/main" id="{A54DE0F5-769C-AEA0-7888-685623382C7A}"/>
                  </a:ext>
                </a:extLst>
              </p:cNvPr>
              <p:cNvSpPr/>
              <p:nvPr/>
            </p:nvSpPr>
            <p:spPr>
              <a:xfrm>
                <a:off x="3256906" y="913190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Bit Error Rate (BER)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 29">
                <a:extLst>
                  <a:ext uri="{FF2B5EF4-FFF2-40B4-BE49-F238E27FC236}">
                    <a16:creationId xmlns:a16="http://schemas.microsoft.com/office/drawing/2014/main" id="{1AD737DC-BEDA-61F8-529E-6249BDCAE97F}"/>
                  </a:ext>
                </a:extLst>
              </p:cNvPr>
              <p:cNvSpPr/>
              <p:nvPr/>
            </p:nvSpPr>
            <p:spPr>
              <a:xfrm>
                <a:off x="5405746" y="913190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0.0000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Text 30">
                <a:extLst>
                  <a:ext uri="{FF2B5EF4-FFF2-40B4-BE49-F238E27FC236}">
                    <a16:creationId xmlns:a16="http://schemas.microsoft.com/office/drawing/2014/main" id="{6B46A9F1-7581-2C6F-B9AC-EC7C23976B6A}"/>
                  </a:ext>
                </a:extLst>
              </p:cNvPr>
              <p:cNvSpPr/>
              <p:nvPr/>
            </p:nvSpPr>
            <p:spPr>
              <a:xfrm>
                <a:off x="3256906" y="1160078"/>
                <a:ext cx="2616071" cy="16942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Zero bit errors at ALL SNR test points</a:t>
                </a:r>
              </a:p>
            </p:txBody>
          </p:sp>
          <p:sp>
            <p:nvSpPr>
              <p:cNvPr id="30" name="Text 31">
                <a:extLst>
                  <a:ext uri="{FF2B5EF4-FFF2-40B4-BE49-F238E27FC236}">
                    <a16:creationId xmlns:a16="http://schemas.microsoft.com/office/drawing/2014/main" id="{463055C5-575A-B180-2C92-14B7882006F9}"/>
                  </a:ext>
                </a:extLst>
              </p:cNvPr>
              <p:cNvSpPr/>
              <p:nvPr/>
            </p:nvSpPr>
            <p:spPr>
              <a:xfrm>
                <a:off x="3256906" y="1352102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SNR Range Tested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Text 32">
                <a:extLst>
                  <a:ext uri="{FF2B5EF4-FFF2-40B4-BE49-F238E27FC236}">
                    <a16:creationId xmlns:a16="http://schemas.microsoft.com/office/drawing/2014/main" id="{81E69F88-D851-C09C-314B-8F501A9E90D8}"/>
                  </a:ext>
                </a:extLst>
              </p:cNvPr>
              <p:cNvSpPr/>
              <p:nvPr/>
            </p:nvSpPr>
            <p:spPr>
              <a:xfrm>
                <a:off x="5405746" y="1352102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−10→+10 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Text 33">
                <a:extLst>
                  <a:ext uri="{FF2B5EF4-FFF2-40B4-BE49-F238E27FC236}">
                    <a16:creationId xmlns:a16="http://schemas.microsoft.com/office/drawing/2014/main" id="{8094DBAC-8BB9-9444-697B-CFAD54E9461A}"/>
                  </a:ext>
                </a:extLst>
              </p:cNvPr>
              <p:cNvSpPr/>
              <p:nvPr/>
            </p:nvSpPr>
            <p:spPr>
              <a:xfrm>
                <a:off x="3256907" y="1598990"/>
                <a:ext cx="2452518" cy="1545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21 test points, zero failures</a:t>
                </a:r>
              </a:p>
            </p:txBody>
          </p:sp>
          <p:sp>
            <p:nvSpPr>
              <p:cNvPr id="38" name="Text 34">
                <a:extLst>
                  <a:ext uri="{FF2B5EF4-FFF2-40B4-BE49-F238E27FC236}">
                    <a16:creationId xmlns:a16="http://schemas.microsoft.com/office/drawing/2014/main" id="{ABA8DF4F-10B0-FBFE-71C6-51CA4BA30355}"/>
                  </a:ext>
                </a:extLst>
              </p:cNvPr>
              <p:cNvSpPr/>
              <p:nvPr/>
            </p:nvSpPr>
            <p:spPr>
              <a:xfrm>
                <a:off x="3256906" y="1791014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RF Impairments Applied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Text 35">
                <a:extLst>
                  <a:ext uri="{FF2B5EF4-FFF2-40B4-BE49-F238E27FC236}">
                    <a16:creationId xmlns:a16="http://schemas.microsoft.com/office/drawing/2014/main" id="{3C781962-CD33-115C-8098-0A72BA98F48D}"/>
                  </a:ext>
                </a:extLst>
              </p:cNvPr>
              <p:cNvSpPr/>
              <p:nvPr/>
            </p:nvSpPr>
            <p:spPr>
              <a:xfrm>
                <a:off x="5405746" y="1791014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types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Text 37">
                <a:extLst>
                  <a:ext uri="{FF2B5EF4-FFF2-40B4-BE49-F238E27FC236}">
                    <a16:creationId xmlns:a16="http://schemas.microsoft.com/office/drawing/2014/main" id="{D6312256-C79D-4BB4-4B91-F462B0628C2B}"/>
                  </a:ext>
                </a:extLst>
              </p:cNvPr>
              <p:cNvSpPr/>
              <p:nvPr/>
            </p:nvSpPr>
            <p:spPr>
              <a:xfrm>
                <a:off x="3256906" y="2229926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OTA Frames Decoded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Text 38">
                <a:extLst>
                  <a:ext uri="{FF2B5EF4-FFF2-40B4-BE49-F238E27FC236}">
                    <a16:creationId xmlns:a16="http://schemas.microsoft.com/office/drawing/2014/main" id="{AA66554B-E5EC-EAC7-D639-2EF8873636A1}"/>
                  </a:ext>
                </a:extLst>
              </p:cNvPr>
              <p:cNvSpPr/>
              <p:nvPr/>
            </p:nvSpPr>
            <p:spPr>
              <a:xfrm>
                <a:off x="5405746" y="2229926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26,007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Text 39">
                <a:extLst>
                  <a:ext uri="{FF2B5EF4-FFF2-40B4-BE49-F238E27FC236}">
                    <a16:creationId xmlns:a16="http://schemas.microsoft.com/office/drawing/2014/main" id="{D459C959-FF95-799F-9F47-5F3FEC75D7D8}"/>
                  </a:ext>
                </a:extLst>
              </p:cNvPr>
              <p:cNvSpPr/>
              <p:nvPr/>
            </p:nvSpPr>
            <p:spPr>
              <a:xfrm>
                <a:off x="3256906" y="2476814"/>
                <a:ext cx="2968741" cy="16090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BladeRF 915 MHz / 2 MSPS — exact match</a:t>
                </a:r>
              </a:p>
            </p:txBody>
          </p:sp>
          <p:sp>
            <p:nvSpPr>
              <p:cNvPr id="65" name="Text 40">
                <a:extLst>
                  <a:ext uri="{FF2B5EF4-FFF2-40B4-BE49-F238E27FC236}">
                    <a16:creationId xmlns:a16="http://schemas.microsoft.com/office/drawing/2014/main" id="{CA683408-EE27-6B69-AA26-ACE694CF8E86}"/>
                  </a:ext>
                </a:extLst>
              </p:cNvPr>
              <p:cNvSpPr/>
              <p:nvPr/>
            </p:nvSpPr>
            <p:spPr>
              <a:xfrm>
                <a:off x="3256906" y="2668838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Independent Test Runs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Text 41">
                <a:extLst>
                  <a:ext uri="{FF2B5EF4-FFF2-40B4-BE49-F238E27FC236}">
                    <a16:creationId xmlns:a16="http://schemas.microsoft.com/office/drawing/2014/main" id="{E56C2B6D-2362-8FA0-A2D1-11AB9958AE46}"/>
                  </a:ext>
                </a:extLst>
              </p:cNvPr>
              <p:cNvSpPr/>
              <p:nvPr/>
            </p:nvSpPr>
            <p:spPr>
              <a:xfrm>
                <a:off x="5405746" y="2668838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Text 43">
                <a:extLst>
                  <a:ext uri="{FF2B5EF4-FFF2-40B4-BE49-F238E27FC236}">
                    <a16:creationId xmlns:a16="http://schemas.microsoft.com/office/drawing/2014/main" id="{2DE30B52-D35A-5B07-42CC-E122C247EAC9}"/>
                  </a:ext>
                </a:extLst>
              </p:cNvPr>
              <p:cNvSpPr/>
              <p:nvPr/>
            </p:nvSpPr>
            <p:spPr>
              <a:xfrm>
                <a:off x="3256906" y="3107750"/>
                <a:ext cx="1824414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BEC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KS p-value (OTA)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Text 44">
                <a:extLst>
                  <a:ext uri="{FF2B5EF4-FFF2-40B4-BE49-F238E27FC236}">
                    <a16:creationId xmlns:a16="http://schemas.microsoft.com/office/drawing/2014/main" id="{E18EA68D-7129-6D2B-9407-7BA31BDF77FB}"/>
                  </a:ext>
                </a:extLst>
              </p:cNvPr>
              <p:cNvSpPr/>
              <p:nvPr/>
            </p:nvSpPr>
            <p:spPr>
              <a:xfrm>
                <a:off x="5405746" y="3107750"/>
                <a:ext cx="1070852" cy="24038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A02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0.560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Text 45">
                <a:extLst>
                  <a:ext uri="{FF2B5EF4-FFF2-40B4-BE49-F238E27FC236}">
                    <a16:creationId xmlns:a16="http://schemas.microsoft.com/office/drawing/2014/main" id="{4AAD1F49-D3BB-6E3C-81AB-D115A4CB5BF0}"/>
                  </a:ext>
                </a:extLst>
              </p:cNvPr>
              <p:cNvSpPr/>
              <p:nvPr/>
            </p:nvSpPr>
            <p:spPr>
              <a:xfrm>
                <a:off x="3256906" y="3354638"/>
                <a:ext cx="3095691" cy="18719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Gaussian shape preserved after hardware channel</a:t>
                </a:r>
              </a:p>
            </p:txBody>
          </p:sp>
        </p:grpSp>
        <p:sp>
          <p:nvSpPr>
            <p:cNvPr id="61" name="Text 36">
              <a:extLst>
                <a:ext uri="{FF2B5EF4-FFF2-40B4-BE49-F238E27FC236}">
                  <a16:creationId xmlns:a16="http://schemas.microsoft.com/office/drawing/2014/main" id="{15523DCA-BA1F-DC0F-0BC7-DB6D298438B8}"/>
                </a:ext>
              </a:extLst>
            </p:cNvPr>
            <p:cNvSpPr/>
            <p:nvPr/>
          </p:nvSpPr>
          <p:spPr>
            <a:xfrm>
              <a:off x="3256907" y="2037902"/>
              <a:ext cx="2616070" cy="1545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AWGN + multipath + phase noise + freq offset + AGC</a:t>
              </a:r>
            </a:p>
          </p:txBody>
        </p:sp>
        <p:sp>
          <p:nvSpPr>
            <p:cNvPr id="67" name="Text 42">
              <a:extLst>
                <a:ext uri="{FF2B5EF4-FFF2-40B4-BE49-F238E27FC236}">
                  <a16:creationId xmlns:a16="http://schemas.microsoft.com/office/drawing/2014/main" id="{EDB25012-4AD9-315B-6B5B-C533ACA4399F}"/>
                </a:ext>
              </a:extLst>
            </p:cNvPr>
            <p:cNvSpPr/>
            <p:nvPr/>
          </p:nvSpPr>
          <p:spPr>
            <a:xfrm>
              <a:off x="3256906" y="2915726"/>
              <a:ext cx="2616071" cy="1545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Reproducible across different training seeds</a:t>
              </a:r>
            </a:p>
          </p:txBody>
        </p:sp>
      </p:grpSp>
      <p:sp>
        <p:nvSpPr>
          <p:cNvPr id="34" name="Shape 0">
            <a:extLst>
              <a:ext uri="{FF2B5EF4-FFF2-40B4-BE49-F238E27FC236}">
                <a16:creationId xmlns:a16="http://schemas.microsoft.com/office/drawing/2014/main" id="{B912C759-AB40-A25C-36DF-DBC54E884711}"/>
              </a:ext>
            </a:extLst>
          </p:cNvPr>
          <p:cNvSpPr/>
          <p:nvPr/>
        </p:nvSpPr>
        <p:spPr>
          <a:xfrm>
            <a:off x="0" y="0"/>
            <a:ext cx="9144000" cy="382837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01995D3E-D2FD-0FCB-81B5-1C5CDF9F3617}"/>
              </a:ext>
            </a:extLst>
          </p:cNvPr>
          <p:cNvSpPr/>
          <p:nvPr/>
        </p:nvSpPr>
        <p:spPr>
          <a:xfrm>
            <a:off x="274320" y="45721"/>
            <a:ext cx="8595360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Stealth vs Reliability — The Core Tradeoff</a:t>
            </a: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C68EFCF0-A937-CE59-8CFF-E819BF879E8C}"/>
              </a:ext>
            </a:extLst>
          </p:cNvPr>
          <p:cNvSpPr/>
          <p:nvPr/>
        </p:nvSpPr>
        <p:spPr>
          <a:xfrm>
            <a:off x="2339621" y="444187"/>
            <a:ext cx="2424219" cy="3605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8A0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 METRICS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EA12134-88A1-49F9-8CA2-C8133E8AF71E}"/>
              </a:ext>
            </a:extLst>
          </p:cNvPr>
          <p:cNvGrpSpPr/>
          <p:nvPr/>
        </p:nvGrpSpPr>
        <p:grpSpPr>
          <a:xfrm>
            <a:off x="4830109" y="2430289"/>
            <a:ext cx="4277309" cy="1193367"/>
            <a:chOff x="6352596" y="1324748"/>
            <a:chExt cx="2761716" cy="167911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978FBD1-86DB-D95E-39CC-1A67D42E65C8}"/>
                </a:ext>
              </a:extLst>
            </p:cNvPr>
            <p:cNvGrpSpPr/>
            <p:nvPr/>
          </p:nvGrpSpPr>
          <p:grpSpPr>
            <a:xfrm>
              <a:off x="6352596" y="1324748"/>
              <a:ext cx="2761716" cy="1679112"/>
              <a:chOff x="5486400" y="2423160"/>
              <a:chExt cx="4014948" cy="2569464"/>
            </a:xfrm>
          </p:grpSpPr>
          <p:sp>
            <p:nvSpPr>
              <p:cNvPr id="80" name="Text 53">
                <a:extLst>
                  <a:ext uri="{FF2B5EF4-FFF2-40B4-BE49-F238E27FC236}">
                    <a16:creationId xmlns:a16="http://schemas.microsoft.com/office/drawing/2014/main" id="{6CC6895D-6135-D8B3-FA41-A5E7B8B6A925}"/>
                  </a:ext>
                </a:extLst>
              </p:cNvPr>
              <p:cNvSpPr/>
              <p:nvPr/>
            </p:nvSpPr>
            <p:spPr>
              <a:xfrm>
                <a:off x="5486400" y="2423160"/>
                <a:ext cx="342900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Waveform Stealth Score Comparison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Text 54">
                <a:extLst>
                  <a:ext uri="{FF2B5EF4-FFF2-40B4-BE49-F238E27FC236}">
                    <a16:creationId xmlns:a16="http://schemas.microsoft.com/office/drawing/2014/main" id="{29CDD853-8CFC-78BE-6F8F-28B1B676CF66}"/>
                  </a:ext>
                </a:extLst>
              </p:cNvPr>
              <p:cNvSpPr/>
              <p:nvPr/>
            </p:nvSpPr>
            <p:spPr>
              <a:xfrm>
                <a:off x="5486400" y="2743200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LPI GAN</a:t>
                </a:r>
              </a:p>
            </p:txBody>
          </p:sp>
          <p:sp>
            <p:nvSpPr>
              <p:cNvPr id="82" name="Shape 55">
                <a:extLst>
                  <a:ext uri="{FF2B5EF4-FFF2-40B4-BE49-F238E27FC236}">
                    <a16:creationId xmlns:a16="http://schemas.microsoft.com/office/drawing/2014/main" id="{9250E150-F02D-A57C-5769-4DFEBADB752D}"/>
                  </a:ext>
                </a:extLst>
              </p:cNvPr>
              <p:cNvSpPr/>
              <p:nvPr/>
            </p:nvSpPr>
            <p:spPr>
              <a:xfrm>
                <a:off x="6537960" y="2798064"/>
                <a:ext cx="2209556" cy="182880"/>
              </a:xfrm>
              <a:prstGeom prst="rect">
                <a:avLst/>
              </a:prstGeom>
              <a:solidFill>
                <a:srgbClr val="00A8A8"/>
              </a:solidFill>
              <a:ln w="12700">
                <a:solidFill>
                  <a:srgbClr val="00A8A8"/>
                </a:solidFill>
                <a:prstDash val="solid"/>
              </a:ln>
            </p:spPr>
          </p:sp>
          <p:sp>
            <p:nvSpPr>
              <p:cNvPr id="83" name="Text 56">
                <a:extLst>
                  <a:ext uri="{FF2B5EF4-FFF2-40B4-BE49-F238E27FC236}">
                    <a16:creationId xmlns:a16="http://schemas.microsoft.com/office/drawing/2014/main" id="{1E600648-6D65-9D49-2295-DEC0FE210C16}"/>
                  </a:ext>
                </a:extLst>
              </p:cNvPr>
              <p:cNvSpPr/>
              <p:nvPr/>
            </p:nvSpPr>
            <p:spPr>
              <a:xfrm>
                <a:off x="8793236" y="2743200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0.863</a:t>
                </a:r>
              </a:p>
            </p:txBody>
          </p:sp>
          <p:sp>
            <p:nvSpPr>
              <p:cNvPr id="84" name="Text 57">
                <a:extLst>
                  <a:ext uri="{FF2B5EF4-FFF2-40B4-BE49-F238E27FC236}">
                    <a16:creationId xmlns:a16="http://schemas.microsoft.com/office/drawing/2014/main" id="{4E7E7C8D-C2AE-3B8C-D320-2D8AF4478A40}"/>
                  </a:ext>
                </a:extLst>
              </p:cNvPr>
              <p:cNvSpPr/>
              <p:nvPr/>
            </p:nvSpPr>
            <p:spPr>
              <a:xfrm>
                <a:off x="5486400" y="3072384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NRPCS-like</a:t>
                </a:r>
              </a:p>
            </p:txBody>
          </p:sp>
          <p:sp>
            <p:nvSpPr>
              <p:cNvPr id="85" name="Shape 58">
                <a:extLst>
                  <a:ext uri="{FF2B5EF4-FFF2-40B4-BE49-F238E27FC236}">
                    <a16:creationId xmlns:a16="http://schemas.microsoft.com/office/drawing/2014/main" id="{21F67DBE-B65E-77A6-3E54-BF407CC5D6C0}"/>
                  </a:ext>
                </a:extLst>
              </p:cNvPr>
              <p:cNvSpPr/>
              <p:nvPr/>
            </p:nvSpPr>
            <p:spPr>
              <a:xfrm>
                <a:off x="6537960" y="3127248"/>
                <a:ext cx="2125066" cy="182880"/>
              </a:xfrm>
              <a:prstGeom prst="rect">
                <a:avLst/>
              </a:prstGeom>
              <a:solidFill>
                <a:srgbClr val="E8A020"/>
              </a:solidFill>
              <a:ln w="12700">
                <a:solidFill>
                  <a:srgbClr val="E8A020"/>
                </a:solidFill>
                <a:prstDash val="solid"/>
              </a:ln>
            </p:spPr>
          </p:sp>
          <p:sp>
            <p:nvSpPr>
              <p:cNvPr id="86" name="Text 59">
                <a:extLst>
                  <a:ext uri="{FF2B5EF4-FFF2-40B4-BE49-F238E27FC236}">
                    <a16:creationId xmlns:a16="http://schemas.microsoft.com/office/drawing/2014/main" id="{AE7A2DD1-DFEF-E77D-C7F5-06CAD783971A}"/>
                  </a:ext>
                </a:extLst>
              </p:cNvPr>
              <p:cNvSpPr/>
              <p:nvPr/>
            </p:nvSpPr>
            <p:spPr>
              <a:xfrm>
                <a:off x="8708746" y="3072385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0.830</a:t>
                </a:r>
              </a:p>
            </p:txBody>
          </p:sp>
          <p:sp>
            <p:nvSpPr>
              <p:cNvPr id="87" name="Text 60">
                <a:extLst>
                  <a:ext uri="{FF2B5EF4-FFF2-40B4-BE49-F238E27FC236}">
                    <a16:creationId xmlns:a16="http://schemas.microsoft.com/office/drawing/2014/main" id="{A3768DE6-6718-8D46-4FDB-5DBC4D796A34}"/>
                  </a:ext>
                </a:extLst>
              </p:cNvPr>
              <p:cNvSpPr/>
              <p:nvPr/>
            </p:nvSpPr>
            <p:spPr>
              <a:xfrm>
                <a:off x="5486400" y="3401568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OFDM</a:t>
                </a:r>
              </a:p>
            </p:txBody>
          </p:sp>
          <p:sp>
            <p:nvSpPr>
              <p:cNvPr id="88" name="Text 62">
                <a:extLst>
                  <a:ext uri="{FF2B5EF4-FFF2-40B4-BE49-F238E27FC236}">
                    <a16:creationId xmlns:a16="http://schemas.microsoft.com/office/drawing/2014/main" id="{1EE96D97-DF56-46F3-9D6B-2B261F080DE5}"/>
                  </a:ext>
                </a:extLst>
              </p:cNvPr>
              <p:cNvSpPr/>
              <p:nvPr/>
            </p:nvSpPr>
            <p:spPr>
              <a:xfrm>
                <a:off x="8324402" y="3435695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0.663</a:t>
                </a:r>
              </a:p>
            </p:txBody>
          </p:sp>
          <p:sp>
            <p:nvSpPr>
              <p:cNvPr id="89" name="Text 63">
                <a:extLst>
                  <a:ext uri="{FF2B5EF4-FFF2-40B4-BE49-F238E27FC236}">
                    <a16:creationId xmlns:a16="http://schemas.microsoft.com/office/drawing/2014/main" id="{2E68CA5C-6E03-6176-AA32-3D617B84C5B9}"/>
                  </a:ext>
                </a:extLst>
              </p:cNvPr>
              <p:cNvSpPr/>
              <p:nvPr/>
            </p:nvSpPr>
            <p:spPr>
              <a:xfrm>
                <a:off x="5486400" y="3730752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FHSS</a:t>
                </a:r>
              </a:p>
            </p:txBody>
          </p:sp>
          <p:sp>
            <p:nvSpPr>
              <p:cNvPr id="90" name="Shape 64">
                <a:extLst>
                  <a:ext uri="{FF2B5EF4-FFF2-40B4-BE49-F238E27FC236}">
                    <a16:creationId xmlns:a16="http://schemas.microsoft.com/office/drawing/2014/main" id="{C97843DA-1B4F-C65F-F917-3E0D63D4EC5D}"/>
                  </a:ext>
                </a:extLst>
              </p:cNvPr>
              <p:cNvSpPr/>
              <p:nvPr/>
            </p:nvSpPr>
            <p:spPr>
              <a:xfrm>
                <a:off x="6537960" y="3785616"/>
                <a:ext cx="1620683" cy="182880"/>
              </a:xfrm>
              <a:prstGeom prst="rect">
                <a:avLst/>
              </a:prstGeom>
              <a:solidFill>
                <a:srgbClr val="D06020"/>
              </a:solidFill>
              <a:ln w="12700">
                <a:solidFill>
                  <a:srgbClr val="D06020"/>
                </a:solidFill>
                <a:prstDash val="solid"/>
              </a:ln>
            </p:spPr>
          </p:sp>
          <p:sp>
            <p:nvSpPr>
              <p:cNvPr id="91" name="Text 65">
                <a:extLst>
                  <a:ext uri="{FF2B5EF4-FFF2-40B4-BE49-F238E27FC236}">
                    <a16:creationId xmlns:a16="http://schemas.microsoft.com/office/drawing/2014/main" id="{EB857410-E7FF-8154-170F-D5F10F1CCB2E}"/>
                  </a:ext>
                </a:extLst>
              </p:cNvPr>
              <p:cNvSpPr/>
              <p:nvPr/>
            </p:nvSpPr>
            <p:spPr>
              <a:xfrm>
                <a:off x="8204363" y="3730752"/>
                <a:ext cx="677388" cy="23774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0.633</a:t>
                </a:r>
              </a:p>
            </p:txBody>
          </p:sp>
          <p:sp>
            <p:nvSpPr>
              <p:cNvPr id="92" name="Text 66">
                <a:extLst>
                  <a:ext uri="{FF2B5EF4-FFF2-40B4-BE49-F238E27FC236}">
                    <a16:creationId xmlns:a16="http://schemas.microsoft.com/office/drawing/2014/main" id="{0CD2F647-F776-E24C-FD76-D26FA6FA565D}"/>
                  </a:ext>
                </a:extLst>
              </p:cNvPr>
              <p:cNvSpPr/>
              <p:nvPr/>
            </p:nvSpPr>
            <p:spPr>
              <a:xfrm>
                <a:off x="5486400" y="4059936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QPSK</a:t>
                </a:r>
              </a:p>
            </p:txBody>
          </p:sp>
          <p:sp>
            <p:nvSpPr>
              <p:cNvPr id="93" name="Shape 67">
                <a:extLst>
                  <a:ext uri="{FF2B5EF4-FFF2-40B4-BE49-F238E27FC236}">
                    <a16:creationId xmlns:a16="http://schemas.microsoft.com/office/drawing/2014/main" id="{9CE752D0-7856-AA4E-513E-98BC6096B7D8}"/>
                  </a:ext>
                </a:extLst>
              </p:cNvPr>
              <p:cNvSpPr/>
              <p:nvPr/>
            </p:nvSpPr>
            <p:spPr>
              <a:xfrm>
                <a:off x="6537960" y="4114800"/>
                <a:ext cx="1653967" cy="182880"/>
              </a:xfrm>
              <a:prstGeom prst="rect">
                <a:avLst/>
              </a:prstGeom>
              <a:solidFill>
                <a:srgbClr val="607080"/>
              </a:solidFill>
              <a:ln w="12700">
                <a:solidFill>
                  <a:srgbClr val="607080"/>
                </a:solidFill>
                <a:prstDash val="solid"/>
              </a:ln>
            </p:spPr>
          </p:sp>
          <p:sp>
            <p:nvSpPr>
              <p:cNvPr id="94" name="Text 68">
                <a:extLst>
                  <a:ext uri="{FF2B5EF4-FFF2-40B4-BE49-F238E27FC236}">
                    <a16:creationId xmlns:a16="http://schemas.microsoft.com/office/drawing/2014/main" id="{C55CA848-00AD-AF10-2AE3-289C0ED33430}"/>
                  </a:ext>
                </a:extLst>
              </p:cNvPr>
              <p:cNvSpPr/>
              <p:nvPr/>
            </p:nvSpPr>
            <p:spPr>
              <a:xfrm>
                <a:off x="8237648" y="4059936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0.646</a:t>
                </a:r>
              </a:p>
            </p:txBody>
          </p:sp>
          <p:sp>
            <p:nvSpPr>
              <p:cNvPr id="95" name="Text 69">
                <a:extLst>
                  <a:ext uri="{FF2B5EF4-FFF2-40B4-BE49-F238E27FC236}">
                    <a16:creationId xmlns:a16="http://schemas.microsoft.com/office/drawing/2014/main" id="{D85917AB-8DA6-ABE9-03E8-231A26CC686A}"/>
                  </a:ext>
                </a:extLst>
              </p:cNvPr>
              <p:cNvSpPr/>
              <p:nvPr/>
            </p:nvSpPr>
            <p:spPr>
              <a:xfrm>
                <a:off x="5486400" y="4389120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BPSK</a:t>
                </a:r>
              </a:p>
            </p:txBody>
          </p:sp>
          <p:sp>
            <p:nvSpPr>
              <p:cNvPr id="96" name="Shape 70">
                <a:extLst>
                  <a:ext uri="{FF2B5EF4-FFF2-40B4-BE49-F238E27FC236}">
                    <a16:creationId xmlns:a16="http://schemas.microsoft.com/office/drawing/2014/main" id="{3C141B71-B319-E13F-3322-DB653D8AF4EA}"/>
                  </a:ext>
                </a:extLst>
              </p:cNvPr>
              <p:cNvSpPr/>
              <p:nvPr/>
            </p:nvSpPr>
            <p:spPr>
              <a:xfrm>
                <a:off x="6537960" y="4443984"/>
                <a:ext cx="1589959" cy="182880"/>
              </a:xfrm>
              <a:prstGeom prst="rect">
                <a:avLst/>
              </a:prstGeom>
              <a:solidFill>
                <a:srgbClr val="D94040"/>
              </a:solidFill>
              <a:ln w="12700">
                <a:solidFill>
                  <a:srgbClr val="D94040"/>
                </a:solidFill>
                <a:prstDash val="solid"/>
              </a:ln>
            </p:spPr>
          </p:sp>
          <p:sp>
            <p:nvSpPr>
              <p:cNvPr id="97" name="Text 71">
                <a:extLst>
                  <a:ext uri="{FF2B5EF4-FFF2-40B4-BE49-F238E27FC236}">
                    <a16:creationId xmlns:a16="http://schemas.microsoft.com/office/drawing/2014/main" id="{69E4E9E6-884F-316B-6642-1358090930E5}"/>
                  </a:ext>
                </a:extLst>
              </p:cNvPr>
              <p:cNvSpPr/>
              <p:nvPr/>
            </p:nvSpPr>
            <p:spPr>
              <a:xfrm>
                <a:off x="8173639" y="4389120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0.621</a:t>
                </a:r>
              </a:p>
            </p:txBody>
          </p:sp>
          <p:sp>
            <p:nvSpPr>
              <p:cNvPr id="98" name="Text 72">
                <a:extLst>
                  <a:ext uri="{FF2B5EF4-FFF2-40B4-BE49-F238E27FC236}">
                    <a16:creationId xmlns:a16="http://schemas.microsoft.com/office/drawing/2014/main" id="{C2B27E07-DA4E-5005-DBC1-F5F3D62468F9}"/>
                  </a:ext>
                </a:extLst>
              </p:cNvPr>
              <p:cNvSpPr/>
              <p:nvPr/>
            </p:nvSpPr>
            <p:spPr>
              <a:xfrm>
                <a:off x="5486400" y="4718304"/>
                <a:ext cx="10058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DSSS</a:t>
                </a:r>
              </a:p>
            </p:txBody>
          </p:sp>
          <p:sp>
            <p:nvSpPr>
              <p:cNvPr id="99" name="Shape 73">
                <a:extLst>
                  <a:ext uri="{FF2B5EF4-FFF2-40B4-BE49-F238E27FC236}">
                    <a16:creationId xmlns:a16="http://schemas.microsoft.com/office/drawing/2014/main" id="{6FD65360-68C4-60F4-F60A-47F1F63DF60B}"/>
                  </a:ext>
                </a:extLst>
              </p:cNvPr>
              <p:cNvSpPr/>
              <p:nvPr/>
            </p:nvSpPr>
            <p:spPr>
              <a:xfrm>
                <a:off x="6537960" y="4773168"/>
                <a:ext cx="1446581" cy="182880"/>
              </a:xfrm>
              <a:prstGeom prst="rect">
                <a:avLst/>
              </a:prstGeom>
              <a:solidFill>
                <a:srgbClr val="D94040"/>
              </a:solidFill>
              <a:ln w="12700">
                <a:solidFill>
                  <a:srgbClr val="D94040"/>
                </a:solidFill>
                <a:prstDash val="solid"/>
              </a:ln>
            </p:spPr>
          </p:sp>
          <p:sp>
            <p:nvSpPr>
              <p:cNvPr id="100" name="Text 74">
                <a:extLst>
                  <a:ext uri="{FF2B5EF4-FFF2-40B4-BE49-F238E27FC236}">
                    <a16:creationId xmlns:a16="http://schemas.microsoft.com/office/drawing/2014/main" id="{3CFCC42B-DEC0-D392-06C5-4E6FC76EB316}"/>
                  </a:ext>
                </a:extLst>
              </p:cNvPr>
              <p:cNvSpPr/>
              <p:nvPr/>
            </p:nvSpPr>
            <p:spPr>
              <a:xfrm>
                <a:off x="8030261" y="4718303"/>
                <a:ext cx="708112" cy="2743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0.565</a:t>
                </a:r>
              </a:p>
            </p:txBody>
          </p:sp>
        </p:grpSp>
        <p:sp>
          <p:nvSpPr>
            <p:cNvPr id="101" name="Shape 61">
              <a:extLst>
                <a:ext uri="{FF2B5EF4-FFF2-40B4-BE49-F238E27FC236}">
                  <a16:creationId xmlns:a16="http://schemas.microsoft.com/office/drawing/2014/main" id="{3F6016CE-6CB4-EDDC-949F-726FB8A32F20}"/>
                </a:ext>
              </a:extLst>
            </p:cNvPr>
            <p:cNvSpPr/>
            <p:nvPr/>
          </p:nvSpPr>
          <p:spPr>
            <a:xfrm>
              <a:off x="7071189" y="2014238"/>
              <a:ext cx="1271882" cy="118937"/>
            </a:xfrm>
            <a:prstGeom prst="rect">
              <a:avLst/>
            </a:prstGeom>
            <a:solidFill>
              <a:srgbClr val="8050D0"/>
            </a:solidFill>
            <a:ln w="12700">
              <a:solidFill>
                <a:srgbClr val="8050D0"/>
              </a:solidFill>
              <a:prstDash val="solid"/>
            </a:ln>
          </p:spPr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98E464C-09A3-2EC8-FBA6-6319F0932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" y="3643284"/>
            <a:ext cx="4752569" cy="1500216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C4DEA078-7F2A-382B-1CCA-AD48E626F6DD}"/>
              </a:ext>
            </a:extLst>
          </p:cNvPr>
          <p:cNvSpPr txBox="1"/>
          <p:nvPr/>
        </p:nvSpPr>
        <p:spPr>
          <a:xfrm>
            <a:off x="4856825" y="3724663"/>
            <a:ext cx="4257486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u="sng" dirty="0">
                <a:latin typeface="Arial" panose="020B0604020202020204" pitchFamily="34" charset="0"/>
                <a:cs typeface="Arial" panose="020B0604020202020204" pitchFamily="34" charset="0"/>
              </a:rPr>
              <a:t>The Two Things the Detector Can Be Right About</a:t>
            </a:r>
          </a:p>
          <a:p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Thing 1 — Catching a real transmission.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When ANSHUMAN is actually transmitting, does the detector notice? This is 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Signal Detection%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— the percentage of transmissions the detector correctly catches.</a:t>
            </a: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Thing 2 — Correctly dismissing noise.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When there is only background noise (no transmission), does the detector correctly say "nothing here"? This is 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Noise Rejection%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— the percentage of noise samples the detector correctly identifies as just noise.</a:t>
            </a:r>
            <a:endParaRPr lang="en-I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F6FA40C-92E9-92DC-AFB8-70650438DCBD}"/>
              </a:ext>
            </a:extLst>
          </p:cNvPr>
          <p:cNvSpPr txBox="1"/>
          <p:nvPr/>
        </p:nvSpPr>
        <p:spPr>
          <a:xfrm>
            <a:off x="4830109" y="479258"/>
            <a:ext cx="4211041" cy="185461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IN" sz="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1 </a:t>
            </a:r>
            <a:r>
              <a:rPr lang="en-I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General adversary (Binary Classifier- Signal or Noise) "A general binary (CNN) signal detector, benchmarked across 7 waveform families, achieves only 49.77% Balanced Accuracy on ANSHUMAN — equivalent to random guessing."</a:t>
            </a:r>
          </a:p>
          <a:p>
            <a:pPr algn="just"/>
            <a:endParaRPr lang="en-I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IN" sz="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  But what if they specifically target us?</a:t>
            </a:r>
          </a:p>
          <a:p>
            <a:pPr algn="just"/>
            <a:endParaRPr lang="en-I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2 </a:t>
            </a:r>
            <a:r>
              <a:rPr lang="en-I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Specialist adversary (Detector B, 58.2%) "CNN trained exclusively on 3,200 captured ANSHUMAN frames achieves only 58.2% accuracy."</a:t>
            </a:r>
          </a:p>
          <a:p>
            <a:pPr algn="just"/>
            <a:endParaRPr lang="en-I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IN" sz="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  But what if they collect even more samples?</a:t>
            </a:r>
          </a:p>
          <a:p>
            <a:pPr algn="just">
              <a:lnSpc>
                <a:spcPct val="150000"/>
              </a:lnSpc>
            </a:pPr>
            <a:endParaRPr lang="en-IN" sz="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3 </a:t>
            </a:r>
            <a:r>
              <a:rPr lang="en-I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Persistent adversary (Few-shot, n=2000) "At n=2000 samples ANSHUMAN detection reaches only 61%, still below the 70% threshold."</a:t>
            </a:r>
          </a:p>
        </p:txBody>
      </p:sp>
    </p:spTree>
    <p:extLst>
      <p:ext uri="{BB962C8B-B14F-4D97-AF65-F5344CB8AC3E}">
        <p14:creationId xmlns:p14="http://schemas.microsoft.com/office/powerpoint/2010/main" val="3931376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54574" y="29313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72889" y="488485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u="sng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Accepted for GCON 2026 (IIT Guwahati) based on old Runs; Recent Findings to be incorporated into Journal (Elsevier)</a:t>
            </a:r>
            <a:endParaRPr lang="en-US" sz="1200" b="1" u="sng" dirty="0"/>
          </a:p>
        </p:txBody>
      </p:sp>
      <p:sp>
        <p:nvSpPr>
          <p:cNvPr id="8" name="Shape 6"/>
          <p:cNvSpPr/>
          <p:nvPr/>
        </p:nvSpPr>
        <p:spPr>
          <a:xfrm>
            <a:off x="214142" y="1084580"/>
            <a:ext cx="83263" cy="159765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91199"/>
            <a:ext cx="5657626" cy="1706581"/>
          </a:xfrm>
          <a:prstGeom prst="rect">
            <a:avLst/>
          </a:prstGeom>
          <a:solidFill>
            <a:srgbClr val="F5ECD7"/>
          </a:solidFill>
          <a:ln w="9525">
            <a:solidFill>
              <a:srgbClr val="D0C8B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1325" y="3487786"/>
            <a:ext cx="4845556" cy="160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B3A5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Technical Contributions in Paper</a:t>
            </a:r>
            <a:endParaRPr lang="en-US" sz="9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6358" y="3721899"/>
            <a:ext cx="5501268" cy="21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① Multi-objective GAN (9 loss components) for adversarial stealth, spectral flatness, cyclostationary suppression &amp; message fidelity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6358" y="3977931"/>
            <a:ext cx="5501268" cy="21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② Three anti-fingerprinting defences reducing CNN detection from 100% (v9) → 58.2% (v14)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6358" y="4233963"/>
            <a:ext cx="5501268" cy="21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③ Eight-domain EW evaluation: KS test, kurtosis, spectral entropy, IQ circularity, PAPR, energy detection, SCF, HOS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6358" y="4489995"/>
            <a:ext cx="5501268" cy="21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④ Few-shot detection resistance: LPI stays &lt; 70% even at n = 2000 samples (BPSK hits 100% at n = 10)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6358" y="4746027"/>
            <a:ext cx="5501268" cy="21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⑤ OTA validation: BladeRF Micro 2.0 at 915 MHz / 2 MSPS — 26,007 frames decoded, zero BER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BCE2970A-B958-1DC1-EDF2-7155F0C85390}"/>
              </a:ext>
            </a:extLst>
          </p:cNvPr>
          <p:cNvSpPr/>
          <p:nvPr/>
        </p:nvSpPr>
        <p:spPr>
          <a:xfrm>
            <a:off x="379298" y="2036613"/>
            <a:ext cx="8688859" cy="76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5C6B3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29394E0B-77B2-70F3-370D-825C7C988DEA}"/>
              </a:ext>
            </a:extLst>
          </p:cNvPr>
          <p:cNvSpPr/>
          <p:nvPr/>
        </p:nvSpPr>
        <p:spPr>
          <a:xfrm>
            <a:off x="379298" y="2036613"/>
            <a:ext cx="105412" cy="762480"/>
          </a:xfrm>
          <a:prstGeom prst="rect">
            <a:avLst/>
          </a:prstGeom>
          <a:solidFill>
            <a:srgbClr val="C8B87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A31264CE-EC52-8878-B9FD-AF1DE20B926B}"/>
              </a:ext>
            </a:extLst>
          </p:cNvPr>
          <p:cNvSpPr/>
          <p:nvPr/>
        </p:nvSpPr>
        <p:spPr>
          <a:xfrm>
            <a:off x="653617" y="2084133"/>
            <a:ext cx="8335631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5C6B3A"/>
                </a:solidFill>
                <a:effectLst/>
                <a:uFillTx/>
                <a:latin typeface="Calibri"/>
                <a:ea typeface="DejaVu Sans"/>
              </a:rPr>
              <a:t>"GAN-Based Noise-Masking for Low Probability of Intercept Waveform Generation with Over-the-Air SDR Validation"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4790077A-66A6-49AF-54FB-D05F99D48BDC}"/>
              </a:ext>
            </a:extLst>
          </p:cNvPr>
          <p:cNvSpPr/>
          <p:nvPr/>
        </p:nvSpPr>
        <p:spPr>
          <a:xfrm>
            <a:off x="3832569" y="2542053"/>
            <a:ext cx="4751208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85AC2FC6-BBF2-08DF-6DDB-3ED080F268B6}"/>
              </a:ext>
            </a:extLst>
          </p:cNvPr>
          <p:cNvSpPr/>
          <p:nvPr/>
        </p:nvSpPr>
        <p:spPr>
          <a:xfrm>
            <a:off x="560223" y="2528726"/>
            <a:ext cx="7268901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i="1" u="none" strike="noStrike" dirty="0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Status:  To be Submitted for Elsevier Journal (as per IIT Guide) |  Domain: IoT / </a:t>
            </a:r>
            <a:r>
              <a:rPr lang="en-US" sz="1050" b="0" i="1" u="none" strike="noStrike" dirty="0" err="1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PhyCom</a:t>
            </a:r>
            <a:r>
              <a:rPr lang="en-US" sz="1050" b="0" i="1" u="none" strike="noStrike" dirty="0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 / Vehicular </a:t>
            </a:r>
            <a:r>
              <a:rPr lang="en-US" sz="1050" b="0" i="1" u="none" strike="noStrike" dirty="0" err="1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Comn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49">
            <a:extLst>
              <a:ext uri="{FF2B5EF4-FFF2-40B4-BE49-F238E27FC236}">
                <a16:creationId xmlns:a16="http://schemas.microsoft.com/office/drawing/2014/main" id="{1EC31A7A-A6BB-1533-EBC0-B72960CA31B1}"/>
              </a:ext>
            </a:extLst>
          </p:cNvPr>
          <p:cNvSpPr/>
          <p:nvPr/>
        </p:nvSpPr>
        <p:spPr>
          <a:xfrm>
            <a:off x="372890" y="989822"/>
            <a:ext cx="8688858" cy="76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5C6B3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2" name="Rectangle 68">
            <a:extLst>
              <a:ext uri="{FF2B5EF4-FFF2-40B4-BE49-F238E27FC236}">
                <a16:creationId xmlns:a16="http://schemas.microsoft.com/office/drawing/2014/main" id="{C0568DA0-1F6C-11ED-A405-CAEF47D25A75}"/>
              </a:ext>
            </a:extLst>
          </p:cNvPr>
          <p:cNvSpPr/>
          <p:nvPr/>
        </p:nvSpPr>
        <p:spPr>
          <a:xfrm>
            <a:off x="372889" y="989822"/>
            <a:ext cx="105412" cy="762480"/>
          </a:xfrm>
          <a:prstGeom prst="rect">
            <a:avLst/>
          </a:prstGeom>
          <a:solidFill>
            <a:srgbClr val="C8B87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3" name="TextBox 108">
            <a:extLst>
              <a:ext uri="{FF2B5EF4-FFF2-40B4-BE49-F238E27FC236}">
                <a16:creationId xmlns:a16="http://schemas.microsoft.com/office/drawing/2014/main" id="{8DFFDABB-6FC7-607E-6B9C-CECB3D0FDDD6}"/>
              </a:ext>
            </a:extLst>
          </p:cNvPr>
          <p:cNvSpPr/>
          <p:nvPr/>
        </p:nvSpPr>
        <p:spPr>
          <a:xfrm>
            <a:off x="647209" y="1037342"/>
            <a:ext cx="833563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5C6B3A"/>
                </a:solidFill>
                <a:effectLst/>
                <a:uFillTx/>
                <a:latin typeface="Calibri"/>
                <a:ea typeface="DejaVu Sans"/>
              </a:rPr>
              <a:t>"RF Robust Payload Invarient Noise Masked LPI Waveform Synthesis with Authenticated Encryption for SDR Links"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109">
            <a:extLst>
              <a:ext uri="{FF2B5EF4-FFF2-40B4-BE49-F238E27FC236}">
                <a16:creationId xmlns:a16="http://schemas.microsoft.com/office/drawing/2014/main" id="{AA9994A1-182D-C34A-89F8-72F52D468C1B}"/>
              </a:ext>
            </a:extLst>
          </p:cNvPr>
          <p:cNvSpPr/>
          <p:nvPr/>
        </p:nvSpPr>
        <p:spPr>
          <a:xfrm>
            <a:off x="647209" y="1495262"/>
            <a:ext cx="833563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" name="TextBox 110">
            <a:extLst>
              <a:ext uri="{FF2B5EF4-FFF2-40B4-BE49-F238E27FC236}">
                <a16:creationId xmlns:a16="http://schemas.microsoft.com/office/drawing/2014/main" id="{C52543A2-D4E7-F350-11F8-F78FF9F7CCB7}"/>
              </a:ext>
            </a:extLst>
          </p:cNvPr>
          <p:cNvSpPr/>
          <p:nvPr/>
        </p:nvSpPr>
        <p:spPr>
          <a:xfrm>
            <a:off x="647209" y="1476880"/>
            <a:ext cx="833563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i="1" u="none" strike="noStrike" dirty="0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Status:  Accepted for GCON 2026 (IIT Guwahati) |  Domain: RF </a:t>
            </a:r>
            <a:r>
              <a:rPr lang="en-US" sz="1050" b="0" i="1" u="none" strike="noStrike" dirty="0" err="1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Comn</a:t>
            </a:r>
            <a:r>
              <a:rPr lang="en-US" sz="1050" b="0" i="1" u="none" strike="noStrike" dirty="0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 / AI in </a:t>
            </a:r>
            <a:r>
              <a:rPr lang="en-US" sz="1050" b="0" i="1" u="none" strike="noStrike" dirty="0" err="1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Comn</a:t>
            </a:r>
            <a:r>
              <a:rPr lang="en-US" sz="1050" b="0" i="1" u="none" strike="noStrike" dirty="0">
                <a:solidFill>
                  <a:srgbClr val="6B8CAE"/>
                </a:solidFill>
                <a:effectLst/>
                <a:uFillTx/>
                <a:latin typeface="Calibri"/>
                <a:ea typeface="DejaVu Sans"/>
              </a:rPr>
              <a:t> / Jun 03 - 05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192B14E9-B8DC-BA8F-27EA-6E1879044DD6}"/>
              </a:ext>
            </a:extLst>
          </p:cNvPr>
          <p:cNvSpPr/>
          <p:nvPr/>
        </p:nvSpPr>
        <p:spPr>
          <a:xfrm>
            <a:off x="0" y="0"/>
            <a:ext cx="9144000" cy="382837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77767681-1B06-02ED-96B2-CE6A6CF4BBF0}"/>
              </a:ext>
            </a:extLst>
          </p:cNvPr>
          <p:cNvSpPr/>
          <p:nvPr/>
        </p:nvSpPr>
        <p:spPr>
          <a:xfrm>
            <a:off x="274320" y="45721"/>
            <a:ext cx="8595360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Paper Publication Details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52455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u="sng" dirty="0">
                <a:solidFill>
                  <a:srgbClr val="4A7F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Covert communication, UAS coordination, and Counter-UAS integration</a:t>
            </a:r>
            <a:endParaRPr lang="en-US" sz="11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743200" cy="3749040"/>
          </a:xfrm>
          <a:prstGeom prst="rect">
            <a:avLst/>
          </a:prstGeom>
          <a:solidFill>
            <a:srgbClr val="D6E8F5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8" name="Shape 6"/>
          <p:cNvSpPr/>
          <p:nvPr/>
        </p:nvSpPr>
        <p:spPr>
          <a:xfrm>
            <a:off x="228600" y="1005840"/>
            <a:ext cx="2743200" cy="347472"/>
          </a:xfrm>
          <a:prstGeom prst="rect">
            <a:avLst/>
          </a:prstGeom>
          <a:solidFill>
            <a:srgbClr val="1B3A5C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9" name="Text 7"/>
          <p:cNvSpPr/>
          <p:nvPr/>
        </p:nvSpPr>
        <p:spPr>
          <a:xfrm>
            <a:off x="27432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Covert Communications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41732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Noise-masked waveform for patrol &amp; section-level comms in EM-contested zones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956816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Minimal detectable footprint during radio silence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496312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Encrypted C2 links resistant to enemy direction-finding (DF)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303580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Covert coordination in High-Altitude / Border surveillance ops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357530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Survivable comms during active jamming — signal below noise floor at –5 dB SNR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" y="411480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SDR portability: deployable on BladeRF / USRP field kits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90672" y="1005840"/>
            <a:ext cx="2743200" cy="3749040"/>
          </a:xfrm>
          <a:prstGeom prst="rect">
            <a:avLst/>
          </a:prstGeom>
          <a:solidFill>
            <a:srgbClr val="D6EDD6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7" name="Shape 15"/>
          <p:cNvSpPr/>
          <p:nvPr/>
        </p:nvSpPr>
        <p:spPr>
          <a:xfrm>
            <a:off x="3090672" y="1005840"/>
            <a:ext cx="2743200" cy="347472"/>
          </a:xfrm>
          <a:prstGeom prst="rect">
            <a:avLst/>
          </a:prstGeom>
          <a:solidFill>
            <a:srgbClr val="6B7B3A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18" name="Text 16"/>
          <p:cNvSpPr/>
          <p:nvPr/>
        </p:nvSpPr>
        <p:spPr>
          <a:xfrm>
            <a:off x="3136392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UAS / Drone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141732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LPI datalink for UAV swarm coordination — prevents RF-based geolocation of UAV operator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1956816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Covert telemetry &amp; video backhaul masked as background RF noise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2496312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Anti-intercept control channel for ISR (Intelligence, Surveillance, Reconnaissance) drones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303580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Low-power noise-like beacon allows rendez-vous without detectable broadcast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357530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GAN waveform adaptable to UAV operating frequencies (915 MHz / 2.4 GHz / 5.8 GHz bands)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411480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Resilient against CNN-based drone-signal classifiers used by adversaries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005840"/>
            <a:ext cx="2971800" cy="3749040"/>
          </a:xfrm>
          <a:prstGeom prst="rect">
            <a:avLst/>
          </a:prstGeom>
          <a:solidFill>
            <a:srgbClr val="E6E0F0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26" name="Shape 24"/>
          <p:cNvSpPr/>
          <p:nvPr/>
        </p:nvSpPr>
        <p:spPr>
          <a:xfrm>
            <a:off x="5943600" y="1005840"/>
            <a:ext cx="2971800" cy="347472"/>
          </a:xfrm>
          <a:prstGeom prst="rect">
            <a:avLst/>
          </a:prstGeom>
          <a:solidFill>
            <a:srgbClr val="7B3A5C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27" name="Text 25"/>
          <p:cNvSpPr/>
          <p:nvPr/>
        </p:nvSpPr>
        <p:spPr>
          <a:xfrm>
            <a:off x="5989320" y="10058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Counter-UAS (C-UAS)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07608" y="1417320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 be repurposed as an RF deception emitter — lure adversary drones with false C2 signals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07608" y="1956816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LPI waveform acts as a covert kill-chain coordination channel between C-UAS radar, EW jammer &amp; effector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07608" y="2496312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Noise-like signals prevent hostile drones from detecting the C-UAS ground station via passive RF sensing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07608" y="3035808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Few-shot stealth (&gt; 2000 samples to detect) ensures C-UAS control links are not learned by adversary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07608" y="3575304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SDR-based deployment allows rapid frequency agility aligned with hostile drone datalink frequencies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07608" y="4114800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Covert inter-unit coordination during counter-swarm operations without revealing positions</a:t>
            </a:r>
            <a:endParaRPr lang="en-US" sz="10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AAD0DBB8-A939-CE74-D0E8-63FF81334EF2}"/>
              </a:ext>
            </a:extLst>
          </p:cNvPr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8AFA4677-4605-6A46-5516-0135CC742258}"/>
              </a:ext>
            </a:extLst>
          </p:cNvPr>
          <p:cNvSpPr/>
          <p:nvPr/>
        </p:nvSpPr>
        <p:spPr>
          <a:xfrm>
            <a:off x="274320" y="45721"/>
            <a:ext cx="8595360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Miscellaneous — Military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228600" y="9875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09834"/>
            <a:ext cx="86868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309302"/>
            <a:ext cx="1664208" cy="1572768"/>
          </a:xfrm>
          <a:prstGeom prst="rect">
            <a:avLst/>
          </a:prstGeom>
          <a:solidFill>
            <a:srgbClr val="E8B4B8"/>
          </a:solidFill>
          <a:ln w="952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10" name="Shape 8"/>
          <p:cNvSpPr/>
          <p:nvPr/>
        </p:nvSpPr>
        <p:spPr>
          <a:xfrm>
            <a:off x="228600" y="1316736"/>
            <a:ext cx="1664208" cy="292608"/>
          </a:xfrm>
          <a:prstGeom prst="rect">
            <a:avLst/>
          </a:prstGeom>
          <a:solidFill>
            <a:srgbClr val="C0707A"/>
          </a:solidFill>
          <a:ln w="12700">
            <a:solidFill>
              <a:srgbClr val="C07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167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Fixed Frame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3464" y="1636776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336-bit payload only. Streaming voice/data requires multi-frame segmentation &amp; reassembly protocol — not yet implemented.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93392" y="1309302"/>
            <a:ext cx="1664208" cy="1572768"/>
          </a:xfrm>
          <a:prstGeom prst="rect">
            <a:avLst/>
          </a:prstGeom>
          <a:solidFill>
            <a:srgbClr val="E8B4B8"/>
          </a:solidFill>
          <a:ln w="952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14" name="Shape 12"/>
          <p:cNvSpPr/>
          <p:nvPr/>
        </p:nvSpPr>
        <p:spPr>
          <a:xfrm>
            <a:off x="1993392" y="1316736"/>
            <a:ext cx="1664208" cy="292608"/>
          </a:xfrm>
          <a:prstGeom prst="rect">
            <a:avLst/>
          </a:prstGeom>
          <a:solidFill>
            <a:srgbClr val="C0707A"/>
          </a:solidFill>
          <a:ln w="12700">
            <a:solidFill>
              <a:srgbClr val="C07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3167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Simplified RS Decoder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48256" y="1636776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parity-only RS encoding. Production deployment needs full Berlekamp-Massey decoder for burst-error correction.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58184" y="1309302"/>
            <a:ext cx="1664208" cy="1572768"/>
          </a:xfrm>
          <a:prstGeom prst="rect">
            <a:avLst/>
          </a:prstGeom>
          <a:solidFill>
            <a:srgbClr val="E8B4B8"/>
          </a:solidFill>
          <a:ln w="952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18" name="Shape 16"/>
          <p:cNvSpPr/>
          <p:nvPr/>
        </p:nvSpPr>
        <p:spPr>
          <a:xfrm>
            <a:off x="3758184" y="1316736"/>
            <a:ext cx="1664208" cy="292608"/>
          </a:xfrm>
          <a:prstGeom prst="rect">
            <a:avLst/>
          </a:prstGeom>
          <a:solidFill>
            <a:srgbClr val="C0707A"/>
          </a:solidFill>
          <a:ln w="12700">
            <a:solidFill>
              <a:srgbClr val="C07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3167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No Multipath Modelling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13048" y="1636776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tested bench-top (short range). Free-space multipath &amp; frequency-selective fading not yet evaluated; BER under these conditions unknown.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22976" y="1309302"/>
            <a:ext cx="1664208" cy="1572768"/>
          </a:xfrm>
          <a:prstGeom prst="rect">
            <a:avLst/>
          </a:prstGeom>
          <a:solidFill>
            <a:srgbClr val="E8B4B8"/>
          </a:solidFill>
          <a:ln w="952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22" name="Shape 20"/>
          <p:cNvSpPr/>
          <p:nvPr/>
        </p:nvSpPr>
        <p:spPr>
          <a:xfrm>
            <a:off x="5522976" y="1316736"/>
            <a:ext cx="1664208" cy="292608"/>
          </a:xfrm>
          <a:prstGeom prst="rect">
            <a:avLst/>
          </a:prstGeom>
          <a:solidFill>
            <a:srgbClr val="C0707A"/>
          </a:solidFill>
          <a:ln w="12700">
            <a:solidFill>
              <a:srgbClr val="C07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13167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  Single Carrier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77840" y="1636776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915 MHz carrier. No cognitive-radio frequency selection — vulnerable to narrowband EW targeting a known frequency.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87768" y="1309302"/>
            <a:ext cx="1664208" cy="1572768"/>
          </a:xfrm>
          <a:prstGeom prst="rect">
            <a:avLst/>
          </a:prstGeom>
          <a:solidFill>
            <a:srgbClr val="E8B4B8"/>
          </a:solidFill>
          <a:ln w="952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26" name="Shape 24"/>
          <p:cNvSpPr/>
          <p:nvPr/>
        </p:nvSpPr>
        <p:spPr>
          <a:xfrm>
            <a:off x="7287768" y="1316736"/>
            <a:ext cx="1664208" cy="292608"/>
          </a:xfrm>
          <a:prstGeom prst="rect">
            <a:avLst/>
          </a:prstGeom>
          <a:solidFill>
            <a:srgbClr val="C0707A"/>
          </a:solidFill>
          <a:ln w="12700">
            <a:solidFill>
              <a:srgbClr val="C07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13167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Simulation-Only Channel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42632" y="1636776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channel model has 5 impairments but no real-world urban/jungle/high-altitude propagation datasets. Generalisation to diverse environments unvalidated.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8600" y="29900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WORK ROADMAP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264408"/>
            <a:ext cx="86868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5563" y="3319272"/>
            <a:ext cx="1664208" cy="1481328"/>
          </a:xfrm>
          <a:prstGeom prst="rect">
            <a:avLst/>
          </a:prstGeom>
          <a:solidFill>
            <a:srgbClr val="D6E8F5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32" name="Shape 30"/>
          <p:cNvSpPr/>
          <p:nvPr/>
        </p:nvSpPr>
        <p:spPr>
          <a:xfrm>
            <a:off x="2251131" y="3346704"/>
            <a:ext cx="502920" cy="182880"/>
          </a:xfrm>
          <a:prstGeom prst="rect">
            <a:avLst/>
          </a:prstGeom>
          <a:solidFill>
            <a:srgbClr val="7DAA7D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33" name="Text 31"/>
          <p:cNvSpPr/>
          <p:nvPr/>
        </p:nvSpPr>
        <p:spPr>
          <a:xfrm>
            <a:off x="2251131" y="3346704"/>
            <a:ext cx="502920" cy="1828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90427" y="3337560"/>
            <a:ext cx="1042416" cy="25603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Streaming Voice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90427" y="3630168"/>
            <a:ext cx="1554480" cy="111556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µ-law codec protocol for real-time compressed voice transmission across GAN frames.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00355" y="3319272"/>
            <a:ext cx="1664208" cy="1481328"/>
          </a:xfrm>
          <a:prstGeom prst="rect">
            <a:avLst/>
          </a:prstGeom>
          <a:solidFill>
            <a:srgbClr val="D6EDD6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37" name="Shape 35"/>
          <p:cNvSpPr/>
          <p:nvPr/>
        </p:nvSpPr>
        <p:spPr>
          <a:xfrm>
            <a:off x="4015923" y="3346704"/>
            <a:ext cx="502920" cy="182880"/>
          </a:xfrm>
          <a:prstGeom prst="rect">
            <a:avLst/>
          </a:prstGeom>
          <a:solidFill>
            <a:srgbClr val="7DAA7D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38" name="Text 36"/>
          <p:cNvSpPr/>
          <p:nvPr/>
        </p:nvSpPr>
        <p:spPr>
          <a:xfrm>
            <a:off x="4015923" y="3346704"/>
            <a:ext cx="502920" cy="1828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55219" y="3337560"/>
            <a:ext cx="1042416" cy="25603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Field Trials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55219" y="3630168"/>
            <a:ext cx="1554480" cy="111556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OTA at ranges &gt; 100 m. Urban / jungle / mountain terrain propagation testing with BER characterisation.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5147" y="3319272"/>
            <a:ext cx="1664208" cy="1481328"/>
          </a:xfrm>
          <a:prstGeom prst="rect">
            <a:avLst/>
          </a:prstGeom>
          <a:solidFill>
            <a:srgbClr val="E6E0F0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42" name="Shape 40"/>
          <p:cNvSpPr/>
          <p:nvPr/>
        </p:nvSpPr>
        <p:spPr>
          <a:xfrm>
            <a:off x="5780715" y="3346704"/>
            <a:ext cx="502920" cy="182880"/>
          </a:xfrm>
          <a:prstGeom prst="rect">
            <a:avLst/>
          </a:prstGeom>
          <a:solidFill>
            <a:srgbClr val="4A7FA5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43" name="Text 41"/>
          <p:cNvSpPr/>
          <p:nvPr/>
        </p:nvSpPr>
        <p:spPr>
          <a:xfrm>
            <a:off x="5780715" y="3346704"/>
            <a:ext cx="502920" cy="1828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20011" y="3337560"/>
            <a:ext cx="1042416" cy="25603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Adaptive Waveform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20011" y="3630168"/>
            <a:ext cx="1554480" cy="111556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EW activity and autonomously reconfigure GAN parameters. Cognitive radio frequency selection layer.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29939" y="3319272"/>
            <a:ext cx="1664208" cy="1481328"/>
          </a:xfrm>
          <a:prstGeom prst="rect">
            <a:avLst/>
          </a:prstGeom>
          <a:solidFill>
            <a:srgbClr val="FFF0D0"/>
          </a:solidFill>
          <a:ln w="9525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47" name="Shape 45"/>
          <p:cNvSpPr/>
          <p:nvPr/>
        </p:nvSpPr>
        <p:spPr>
          <a:xfrm>
            <a:off x="7545507" y="3346704"/>
            <a:ext cx="502920" cy="182880"/>
          </a:xfrm>
          <a:prstGeom prst="rect">
            <a:avLst/>
          </a:prstGeom>
          <a:solidFill>
            <a:srgbClr val="4A7FA5"/>
          </a:solidFill>
          <a:ln w="12700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sp>
      <p:sp>
        <p:nvSpPr>
          <p:cNvPr id="48" name="Text 46"/>
          <p:cNvSpPr/>
          <p:nvPr/>
        </p:nvSpPr>
        <p:spPr>
          <a:xfrm>
            <a:off x="7545507" y="3346704"/>
            <a:ext cx="502920" cy="1828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84803" y="3337560"/>
            <a:ext cx="1042416" cy="25603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MIMO Extension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84803" y="3630168"/>
            <a:ext cx="1554480" cy="111556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Multi-antenna spatial diversity for improved SNR and beamforming stealth. Covert MIMO-LPI link design.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403336" y="3346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700" dirty="0"/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D96AA44E-0258-541E-47E0-EC82A844CCA2}"/>
              </a:ext>
            </a:extLst>
          </p:cNvPr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1B07B339-28F5-B9A3-C943-BDD14F39A1DC}"/>
              </a:ext>
            </a:extLst>
          </p:cNvPr>
          <p:cNvSpPr/>
          <p:nvPr/>
        </p:nvSpPr>
        <p:spPr>
          <a:xfrm>
            <a:off x="274320" y="45721"/>
            <a:ext cx="8595360" cy="3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Miscellaneous — Limitations &amp; Future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500" dirty="0">
                <a:solidFill>
                  <a:srgbClr val="C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713232"/>
          </a:xfrm>
          <a:prstGeom prst="rect">
            <a:avLst/>
          </a:prstGeom>
          <a:solidFill>
            <a:srgbClr val="1E4470"/>
          </a:solidFill>
          <a:ln w="12700">
            <a:solidFill>
              <a:srgbClr val="2A5A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GAN-generated LPI waveform is statistically indistinguishable from AWGN across all 8 EW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713232"/>
          </a:xfrm>
          <a:prstGeom prst="rect">
            <a:avLst/>
          </a:prstGeom>
          <a:solidFill>
            <a:srgbClr val="1E4470"/>
          </a:solidFill>
          <a:ln w="12700">
            <a:solidFill>
              <a:srgbClr val="2A5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BER from –10 to +10 dB SNR under 5 simultaneous RF impairments with AES-128-CTR encryption and Reed-Solomon ECC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8412480" cy="713232"/>
          </a:xfrm>
          <a:prstGeom prst="rect">
            <a:avLst/>
          </a:prstGeom>
          <a:solidFill>
            <a:srgbClr val="1E4470"/>
          </a:solidFill>
          <a:ln w="12700">
            <a:solidFill>
              <a:srgbClr val="2A5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23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CNN detector achieves only 58.2% accuracy — equivalent to near-random guessing; stealth advantage of 39–55.5 pp over BPSK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8412480" cy="713232"/>
          </a:xfrm>
          <a:prstGeom prst="rect">
            <a:avLst/>
          </a:prstGeom>
          <a:solidFill>
            <a:srgbClr val="1E4470"/>
          </a:solidFill>
          <a:ln w="12700">
            <a:solidFill>
              <a:srgbClr val="2A5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23697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validated on BladeRF Micro 2.0 at 915 MHz / 2 MSPS — 26,007 frames decoded with exact message match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8412480" cy="713232"/>
          </a:xfrm>
          <a:prstGeom prst="rect">
            <a:avLst/>
          </a:prstGeom>
          <a:solidFill>
            <a:srgbClr val="1E4470"/>
          </a:solidFill>
          <a:ln w="12700">
            <a:solidFill>
              <a:srgbClr val="2A5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4164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04164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submission to IETE/IEEE Journal of Research under prog— first work combining C-GAN synthesis, multi-domain EW testing, and SDR OTA validation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3126</Words>
  <Application>Microsoft Office PowerPoint</Application>
  <PresentationFormat>On-screen Show (16:9)</PresentationFormat>
  <Paragraphs>541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ANSHUMAN - Interim Presentation</dc:title>
  <dc:subject>PptxGenJS Presentation</dc:subject>
  <dc:creator>Maj Ambuj Sharma</dc:creator>
  <cp:lastModifiedBy>Ambuj Sharma</cp:lastModifiedBy>
  <cp:revision>13</cp:revision>
  <dcterms:created xsi:type="dcterms:W3CDTF">2026-03-13T07:45:15Z</dcterms:created>
  <dcterms:modified xsi:type="dcterms:W3CDTF">2026-03-14T10:49:49Z</dcterms:modified>
</cp:coreProperties>
</file>